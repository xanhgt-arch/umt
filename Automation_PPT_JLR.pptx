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8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9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10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11.xml" ContentType="application/vnd.openxmlformats-officedocument.theme+xml"/>
  <Override PartName="/ppt/theme/themeOverride2.xml" ContentType="application/vnd.openxmlformats-officedocument.themeOverrid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6"/>
    <p:sldMasterId id="2147483770" r:id="rId7"/>
    <p:sldMasterId id="2147483768" r:id="rId8"/>
    <p:sldMasterId id="2147483648" r:id="rId9"/>
    <p:sldMasterId id="2147483687" r:id="rId10"/>
    <p:sldMasterId id="2147483704" r:id="rId11"/>
    <p:sldMasterId id="2147483714" r:id="rId12"/>
    <p:sldMasterId id="2147483724" r:id="rId13"/>
    <p:sldMasterId id="2147483734" r:id="rId14"/>
    <p:sldMasterId id="2147483744" r:id="rId15"/>
    <p:sldMasterId id="2147483774" r:id="rId16"/>
    <p:sldMasterId id="2147483754" r:id="rId17"/>
  </p:sldMasterIdLst>
  <p:notesMasterIdLst>
    <p:notesMasterId r:id="rId25"/>
  </p:notesMasterIdLst>
  <p:handoutMasterIdLst>
    <p:handoutMasterId r:id="rId26"/>
  </p:handoutMasterIdLst>
  <p:sldIdLst>
    <p:sldId id="386" r:id="rId18"/>
    <p:sldId id="387" r:id="rId19"/>
    <p:sldId id="388" r:id="rId20"/>
    <p:sldId id="389" r:id="rId21"/>
    <p:sldId id="390" r:id="rId22"/>
    <p:sldId id="391" r:id="rId23"/>
    <p:sldId id="340" r:id="rId24"/>
  </p:sldIdLst>
  <p:sldSz cx="12192000" cy="6858000"/>
  <p:notesSz cx="6858000" cy="9144000"/>
  <p:defaultTextStyle>
    <a:defPPr>
      <a:defRPr lang="en-US"/>
    </a:defPPr>
    <a:lvl1pPr marL="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00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320" userDrawn="1">
          <p15:clr>
            <a:srgbClr val="A4A3A4"/>
          </p15:clr>
        </p15:guide>
        <p15:guide id="6" orient="horz" pos="816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F36"/>
    <a:srgbClr val="C74EFF"/>
    <a:srgbClr val="628BFF"/>
    <a:srgbClr val="E75400"/>
    <a:srgbClr val="FF9C00"/>
    <a:srgbClr val="42E3E6"/>
    <a:srgbClr val="5FEC70"/>
    <a:srgbClr val="350FA2"/>
    <a:srgbClr val="0000B3"/>
    <a:srgbClr val="12C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5D299D-FC0A-C100-2BD5-D0E63299706E}" v="1" dt="2026-07-21T06:45:07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300"/>
        <p:guide pos="189"/>
        <p:guide pos="7469"/>
        <p:guide orient="horz" pos="4320"/>
        <p:guide orient="horz" pos="816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Master" Target="slideMasters/slideMaster8.xml"/><Relationship Id="rId18" Type="http://schemas.openxmlformats.org/officeDocument/2006/relationships/slide" Target="slides/slide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2.xml"/><Relationship Id="rId12" Type="http://schemas.openxmlformats.org/officeDocument/2006/relationships/slideMaster" Target="slideMasters/slideMaster7.xml"/><Relationship Id="rId17" Type="http://schemas.openxmlformats.org/officeDocument/2006/relationships/slideMaster" Target="slideMasters/slideMaster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1.xml"/><Relationship Id="rId20" Type="http://schemas.openxmlformats.org/officeDocument/2006/relationships/slide" Target="slides/slide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Master" Target="slideMasters/slideMaster6.xml"/><Relationship Id="rId24" Type="http://schemas.openxmlformats.org/officeDocument/2006/relationships/slide" Target="slides/slide7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10.xml"/><Relationship Id="rId23" Type="http://schemas.openxmlformats.org/officeDocument/2006/relationships/slide" Target="slides/slide6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2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Master" Target="slideMasters/slideMaster9.xml"/><Relationship Id="rId22" Type="http://schemas.openxmlformats.org/officeDocument/2006/relationships/slide" Target="slides/slide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193363-6FCC-722C-0A2B-64491A89AF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69BC5-0813-5DDF-264E-9B247818B3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1E399-66AE-584B-A751-EB6AD165607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88079-15B7-CA0B-042A-E6EE50F520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A8237-78A9-BDF9-69A5-D417B7DD97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4BB62-9152-D14F-AC55-BE1A67BE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018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049A5-8BAA-194A-B048-3B2766085FE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60511-9993-074B-8207-35CD91B8E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7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set of guidelines is designed to describe how to use the templates as per required communication. Refer through the slides from 1 to 7 and remember to remove these slides when you share the final presentation with someone.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5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svg"/><Relationship Id="rId9" Type="http://schemas.openxmlformats.org/officeDocument/2006/relationships/image" Target="../media/image8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0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hyperlink" Target="http://tatatechnologies.com/" TargetMode="External"/><Relationship Id="rId13" Type="http://schemas.openxmlformats.org/officeDocument/2006/relationships/hyperlink" Target="https://www.facebook.com/TataTechnologies/" TargetMode="External"/><Relationship Id="rId3" Type="http://schemas.openxmlformats.org/officeDocument/2006/relationships/image" Target="../media/image22.svg"/><Relationship Id="rId7" Type="http://schemas.openxmlformats.org/officeDocument/2006/relationships/image" Target="../media/image11.png"/><Relationship Id="rId12" Type="http://schemas.openxmlformats.org/officeDocument/2006/relationships/hyperlink" Target="https://www.youtube.com/user/tata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21.svg"/><Relationship Id="rId16" Type="http://schemas.openxmlformats.org/officeDocument/2006/relationships/image" Target="../media/image25.sv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11" Type="http://schemas.openxmlformats.org/officeDocument/2006/relationships/hyperlink" Target="https://twitter.com/tatatech_news?s=11&amp;t=fgv6pWVIZCV4O0Z1gAQ2kQ" TargetMode="External"/><Relationship Id="rId5" Type="http://schemas.openxmlformats.org/officeDocument/2006/relationships/image" Target="../media/image24.svg"/><Relationship Id="rId15" Type="http://schemas.openxmlformats.org/officeDocument/2006/relationships/image" Target="../media/image13.svg"/><Relationship Id="rId10" Type="http://schemas.openxmlformats.org/officeDocument/2006/relationships/hyperlink" Target="https://www.instagram.com/tatatechnologies/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www.linkedin.com/company/tata-technologies" TargetMode="External"/><Relationship Id="rId1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9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0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3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4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5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3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0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1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2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43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44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45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6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8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49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4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50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1.emf"/><Relationship Id="rId2" Type="http://schemas.openxmlformats.org/officeDocument/2006/relationships/slideMaster" Target="../slideMasters/slideMaster1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52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53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54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5.em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6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png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1.svg"/><Relationship Id="rId12" Type="http://schemas.openxmlformats.org/officeDocument/2006/relationships/hyperlink" Target="https://www.linkedin.com/company/tata-technologies" TargetMode="External"/><Relationship Id="rId17" Type="http://schemas.openxmlformats.org/officeDocument/2006/relationships/image" Target="../media/image26.emf"/><Relationship Id="rId2" Type="http://schemas.openxmlformats.org/officeDocument/2006/relationships/image" Target="../media/image10.png"/><Relationship Id="rId16" Type="http://schemas.openxmlformats.org/officeDocument/2006/relationships/hyperlink" Target="https://www.facebook.com/TataTechnologies/" TargetMode="External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8.svg"/><Relationship Id="rId11" Type="http://schemas.openxmlformats.org/officeDocument/2006/relationships/hyperlink" Target="http://tatatechnologies.com/" TargetMode="External"/><Relationship Id="rId5" Type="http://schemas.openxmlformats.org/officeDocument/2006/relationships/image" Target="../media/image13.svg"/><Relationship Id="rId15" Type="http://schemas.openxmlformats.org/officeDocument/2006/relationships/hyperlink" Target="https://www.youtube.com/user/tatatechnologies" TargetMode="External"/><Relationship Id="rId10" Type="http://schemas.openxmlformats.org/officeDocument/2006/relationships/image" Target="../media/image24.sv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hyperlink" Target="https://twitter.com/tatatech_news?s=11&amp;t=fgv6pWVIZCV4O0Z1gAQ2kQ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18AF290-6E8A-043C-9161-A0AD7BC0BF7B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744B80F7-BA8E-9839-1F85-46219A205AB6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9" name="object 12">
              <a:extLst>
                <a:ext uri="{FF2B5EF4-FFF2-40B4-BE49-F238E27FC236}">
                  <a16:creationId xmlns:a16="http://schemas.microsoft.com/office/drawing/2014/main" id="{90FD0CF8-F256-B9D4-7B2D-8A9766D9381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8795B369-C279-DA6F-BF1A-8EF671890B4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1" name="object 14">
                <a:extLst>
                  <a:ext uri="{FF2B5EF4-FFF2-40B4-BE49-F238E27FC236}">
                    <a16:creationId xmlns:a16="http://schemas.microsoft.com/office/drawing/2014/main" id="{D9342F66-74A4-2F31-C835-64997179A22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2" name="object 15">
                <a:extLst>
                  <a:ext uri="{FF2B5EF4-FFF2-40B4-BE49-F238E27FC236}">
                    <a16:creationId xmlns:a16="http://schemas.microsoft.com/office/drawing/2014/main" id="{6CD59A64-927C-2890-1D31-93EC9AECF2E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2D5EEE-532B-C7B3-E180-09F299DB25A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32" rtl="0" eaLnBrk="1" latinLnBrk="0" hangingPunct="1"/>
            <a:r>
              <a:rPr lang="en-GB" sz="700" kern="1200" spc="-20" baseline="0">
                <a:solidFill>
                  <a:srgbClr val="0000B3"/>
                </a:solidFill>
                <a:effectLst/>
                <a:latin typeface="DM Sans" pitchFamily="2" charset="77"/>
                <a:ea typeface="+mn-ea"/>
                <a:cs typeface="+mn-cs"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63C5AE0-CA39-7500-DDBB-D615012AFB7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089A6-AB4F-0045-F793-5644929A5C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3CE1A0B-6493-3BB9-CED1-D14E3A10DCEF}"/>
              </a:ext>
            </a:extLst>
          </p:cNvPr>
          <p:cNvSpPr txBox="1">
            <a:spLocks/>
          </p:cNvSpPr>
          <p:nvPr userDrawn="1"/>
        </p:nvSpPr>
        <p:spPr>
          <a:xfrm>
            <a:off x="904981" y="849279"/>
            <a:ext cx="11727203" cy="4527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 i="0" kern="120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rPr>
              <a:t>Safety Pause</a:t>
            </a:r>
            <a:endParaRPr lang="en-US" sz="2800" b="0" i="0" kern="1200">
              <a:solidFill>
                <a:srgbClr val="0000B3"/>
              </a:solidFill>
              <a:latin typeface="DM Sans" pitchFamily="2" charset="77"/>
              <a:ea typeface="+mj-ea"/>
              <a:cs typeface="+mj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A1C06-487E-6448-2BE3-E5ABC383A8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9" y="798341"/>
            <a:ext cx="571607" cy="597721"/>
          </a:xfrm>
          <a:prstGeom prst="rect">
            <a:avLst/>
          </a:prstGeom>
        </p:spPr>
      </p:pic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EFAC2064-4315-0D59-9185-4835E65F9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404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046B39-21CD-6EF9-EE42-EECCE3E71979}"/>
              </a:ext>
            </a:extLst>
          </p:cNvPr>
          <p:cNvSpPr txBox="1"/>
          <p:nvPr userDrawn="1"/>
        </p:nvSpPr>
        <p:spPr>
          <a:xfrm>
            <a:off x="4111402" y="2435178"/>
            <a:ext cx="2424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Look out for any Fire Alarm. Also, please be aware of emergency exits.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25DACB-8736-E7E1-4F41-475B16343ADE}"/>
              </a:ext>
            </a:extLst>
          </p:cNvPr>
          <p:cNvSpPr txBox="1"/>
          <p:nvPr userDrawn="1"/>
        </p:nvSpPr>
        <p:spPr>
          <a:xfrm>
            <a:off x="4111401" y="4164859"/>
            <a:ext cx="164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Take care of your posture.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9340664-0682-A3C2-B0A2-4B0394082F8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1401" y="1784275"/>
            <a:ext cx="556757" cy="5290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421EF1C-1B2B-B854-D04B-52E1941785C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1401" y="3400025"/>
            <a:ext cx="466507" cy="57639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2AF3F9C-8F7C-E41E-6726-78A599F4E2E1}"/>
              </a:ext>
            </a:extLst>
          </p:cNvPr>
          <p:cNvSpPr txBox="1"/>
          <p:nvPr userDrawn="1"/>
        </p:nvSpPr>
        <p:spPr>
          <a:xfrm>
            <a:off x="329994" y="2435178"/>
            <a:ext cx="33536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In case you are using a headset, please ensure the volume is such that you can hear fire alarms.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0D436F-DC34-CF23-DC98-2B40532CF056}"/>
              </a:ext>
            </a:extLst>
          </p:cNvPr>
          <p:cNvSpPr txBox="1"/>
          <p:nvPr userDrawn="1"/>
        </p:nvSpPr>
        <p:spPr>
          <a:xfrm>
            <a:off x="330586" y="4164859"/>
            <a:ext cx="33536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DM Sans" pitchFamily="2" charset="77"/>
              </a:rPr>
              <a:t>Keep your family members / fellow colleagues informed about where you are working so that they can alert you in case of any emergency. Please be aware of emergency contacts.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4134213-D9F5-3515-798A-EEBBC621008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666" y="3431571"/>
            <a:ext cx="762775" cy="51330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7435205-0AB8-4478-9D2A-F58919BEF7D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662" y="1784275"/>
            <a:ext cx="537579" cy="579576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30B044B-FC95-FFB7-FBD0-BCD98257BCA3}"/>
              </a:ext>
            </a:extLst>
          </p:cNvPr>
          <p:cNvCxnSpPr>
            <a:cxnSpLocks/>
          </p:cNvCxnSpPr>
          <p:nvPr userDrawn="1"/>
        </p:nvCxnSpPr>
        <p:spPr>
          <a:xfrm>
            <a:off x="3849219" y="1788994"/>
            <a:ext cx="0" cy="36254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cSlideMaster.Safety PauseHeader" descr="Classification: Internal">
            <a:extLst>
              <a:ext uri="{FF2B5EF4-FFF2-40B4-BE49-F238E27FC236}">
                <a16:creationId xmlns:a16="http://schemas.microsoft.com/office/drawing/2014/main" id="{932D94ED-6146-2CB2-4129-48CB8151ECA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48995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rgbClr val="0000B3"/>
                </a:solidFill>
                <a:effectLst/>
                <a:latin typeface="DM Sans" pitchFamily="2" charset="77"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780079"/>
            <a:ext cx="10515600" cy="445170"/>
          </a:xfrm>
        </p:spPr>
        <p:txBody>
          <a:bodyPr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2" name="hcSlideMaster123.ContentsHeader" descr="Classification: Internal">
            <a:extLst>
              <a:ext uri="{FF2B5EF4-FFF2-40B4-BE49-F238E27FC236}">
                <a16:creationId xmlns:a16="http://schemas.microsoft.com/office/drawing/2014/main" id="{4D2E2531-BB35-FF90-9C81-D487029F27F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59599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FDF4A1-E1E3-C6E2-2349-A1F9AE871579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rgbClr val="0000B3"/>
                </a:solidFill>
                <a:effectLst/>
                <a:latin typeface="DM Sans" pitchFamily="2" charset="77"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2D3A26-378A-8068-4E23-1016B207152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D5CCA2F1-ADF5-0389-BAED-862A398C7E2C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86" name="object 11">
              <a:extLst>
                <a:ext uri="{FF2B5EF4-FFF2-40B4-BE49-F238E27FC236}">
                  <a16:creationId xmlns:a16="http://schemas.microsoft.com/office/drawing/2014/main" id="{D0E0CF92-49AE-5EE5-A8AA-FBD57B5DF12D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87" name="object 12">
              <a:extLst>
                <a:ext uri="{FF2B5EF4-FFF2-40B4-BE49-F238E27FC236}">
                  <a16:creationId xmlns:a16="http://schemas.microsoft.com/office/drawing/2014/main" id="{21ECA0A6-E24B-B041-A3B3-588DD47838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88" name="object 13">
                <a:extLst>
                  <a:ext uri="{FF2B5EF4-FFF2-40B4-BE49-F238E27FC236}">
                    <a16:creationId xmlns:a16="http://schemas.microsoft.com/office/drawing/2014/main" id="{059F4E1D-CDAE-D6A8-5702-380B4098774C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89" name="object 14">
                <a:extLst>
                  <a:ext uri="{FF2B5EF4-FFF2-40B4-BE49-F238E27FC236}">
                    <a16:creationId xmlns:a16="http://schemas.microsoft.com/office/drawing/2014/main" id="{5538B453-1F44-59CE-EADE-5F3ACF7877AF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90" name="object 15">
                <a:extLst>
                  <a:ext uri="{FF2B5EF4-FFF2-40B4-BE49-F238E27FC236}">
                    <a16:creationId xmlns:a16="http://schemas.microsoft.com/office/drawing/2014/main" id="{FC98AD41-CBE0-E0DC-CE47-24B7598EF7BF}"/>
                  </a:ext>
                </a:extLst>
              </p:cNvPr>
              <p:cNvPicPr/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B0EDE1E1-31F6-F545-22AF-81C5A9183A8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95" name="Title 93">
            <a:extLst>
              <a:ext uri="{FF2B5EF4-FFF2-40B4-BE49-F238E27FC236}">
                <a16:creationId xmlns:a16="http://schemas.microsoft.com/office/drawing/2014/main" id="{7D3D143A-0689-C1AF-FF7F-B724735B1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780079"/>
            <a:ext cx="10515600" cy="445170"/>
          </a:xfrm>
        </p:spPr>
        <p:txBody>
          <a:bodyPr>
            <a:norm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chemeClr val="tx2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Process flow</a:t>
            </a:r>
            <a:endParaRPr lang="en-US"/>
          </a:p>
        </p:txBody>
      </p:sp>
      <p:sp>
        <p:nvSpPr>
          <p:cNvPr id="2" name="hcSlideMaster121.Process FlowHeader" descr="Classification: Internal">
            <a:extLst>
              <a:ext uri="{FF2B5EF4-FFF2-40B4-BE49-F238E27FC236}">
                <a16:creationId xmlns:a16="http://schemas.microsoft.com/office/drawing/2014/main" id="{AD30D16C-DB6C-22E3-D636-CFE6F356BDD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1409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1BEA34-6380-0E3E-8E99-74ED24343D80}"/>
              </a:ext>
            </a:extLst>
          </p:cNvPr>
          <p:cNvGrpSpPr/>
          <p:nvPr userDrawn="1"/>
        </p:nvGrpSpPr>
        <p:grpSpPr>
          <a:xfrm>
            <a:off x="333377" y="333378"/>
            <a:ext cx="1776779" cy="130175"/>
            <a:chOff x="264578" y="264386"/>
            <a:chExt cx="1493508" cy="106542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4D76207C-F4D8-B3AC-A9B7-2553275C79CB}"/>
                </a:ext>
              </a:extLst>
            </p:cNvPr>
            <p:cNvSpPr/>
            <p:nvPr/>
          </p:nvSpPr>
          <p:spPr>
            <a:xfrm>
              <a:off x="264578" y="2662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37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31" y="59690"/>
                  </a:lnTo>
                  <a:lnTo>
                    <a:pt x="58331" y="203200"/>
                  </a:lnTo>
                  <a:lnTo>
                    <a:pt x="140335" y="203200"/>
                  </a:lnTo>
                  <a:lnTo>
                    <a:pt x="140335" y="59690"/>
                  </a:lnTo>
                  <a:lnTo>
                    <a:pt x="196837" y="59690"/>
                  </a:lnTo>
                  <a:lnTo>
                    <a:pt x="196837" y="0"/>
                  </a:lnTo>
                  <a:close/>
                </a:path>
                <a:path w="817880" h="203834">
                  <a:moveTo>
                    <a:pt x="418274" y="203225"/>
                  </a:moveTo>
                  <a:lnTo>
                    <a:pt x="338988" y="0"/>
                  </a:lnTo>
                  <a:lnTo>
                    <a:pt x="253326" y="0"/>
                  </a:lnTo>
                  <a:lnTo>
                    <a:pt x="175882" y="203225"/>
                  </a:lnTo>
                  <a:lnTo>
                    <a:pt x="254241" y="203225"/>
                  </a:lnTo>
                  <a:lnTo>
                    <a:pt x="296164" y="82016"/>
                  </a:lnTo>
                  <a:lnTo>
                    <a:pt x="338074" y="203225"/>
                  </a:lnTo>
                  <a:lnTo>
                    <a:pt x="418274" y="203225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54" y="59690"/>
                  </a:lnTo>
                  <a:lnTo>
                    <a:pt x="457454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25"/>
                  </a:moveTo>
                  <a:lnTo>
                    <a:pt x="738136" y="0"/>
                  </a:lnTo>
                  <a:lnTo>
                    <a:pt x="652462" y="0"/>
                  </a:lnTo>
                  <a:lnTo>
                    <a:pt x="575005" y="203225"/>
                  </a:lnTo>
                  <a:lnTo>
                    <a:pt x="654291" y="203225"/>
                  </a:lnTo>
                  <a:lnTo>
                    <a:pt x="695299" y="82016"/>
                  </a:lnTo>
                  <a:lnTo>
                    <a:pt x="737196" y="203225"/>
                  </a:lnTo>
                  <a:lnTo>
                    <a:pt x="817397" y="203225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F41F7ABA-A9EC-0FCE-4387-D92B0722268F}"/>
                </a:ext>
              </a:extLst>
            </p:cNvPr>
            <p:cNvSpPr/>
            <p:nvPr/>
          </p:nvSpPr>
          <p:spPr>
            <a:xfrm>
              <a:off x="729249" y="264386"/>
              <a:ext cx="1028837" cy="106542"/>
            </a:xfrm>
            <a:custGeom>
              <a:avLst/>
              <a:gdLst/>
              <a:ahLst/>
              <a:cxnLst/>
              <a:rect l="l" t="t" r="r" b="b"/>
              <a:pathLst>
                <a:path w="2035810" h="210820">
                  <a:moveTo>
                    <a:pt x="1345016" y="0"/>
                  </a:moveTo>
                  <a:lnTo>
                    <a:pt x="1306228" y="8334"/>
                  </a:lnTo>
                  <a:lnTo>
                    <a:pt x="1275982" y="30420"/>
                  </a:lnTo>
                  <a:lnTo>
                    <a:pt x="1256329" y="63952"/>
                  </a:lnTo>
                  <a:lnTo>
                    <a:pt x="1249323" y="106625"/>
                  </a:lnTo>
                  <a:lnTo>
                    <a:pt x="1255918" y="148224"/>
                  </a:lnTo>
                  <a:lnTo>
                    <a:pt x="1274733" y="181110"/>
                  </a:lnTo>
                  <a:lnTo>
                    <a:pt x="1304311" y="202722"/>
                  </a:lnTo>
                  <a:lnTo>
                    <a:pt x="1343194" y="210496"/>
                  </a:lnTo>
                  <a:lnTo>
                    <a:pt x="1345016" y="210496"/>
                  </a:lnTo>
                  <a:lnTo>
                    <a:pt x="1345016" y="180423"/>
                  </a:lnTo>
                  <a:lnTo>
                    <a:pt x="1321195" y="174514"/>
                  </a:lnTo>
                  <a:lnTo>
                    <a:pt x="1303439" y="158440"/>
                  </a:lnTo>
                  <a:lnTo>
                    <a:pt x="1292346" y="134677"/>
                  </a:lnTo>
                  <a:lnTo>
                    <a:pt x="1288637" y="106625"/>
                  </a:lnTo>
                  <a:lnTo>
                    <a:pt x="1288629" y="104792"/>
                  </a:lnTo>
                  <a:lnTo>
                    <a:pt x="1292091" y="76971"/>
                  </a:lnTo>
                  <a:lnTo>
                    <a:pt x="1302760" y="52853"/>
                  </a:lnTo>
                  <a:lnTo>
                    <a:pt x="1320431" y="36251"/>
                  </a:lnTo>
                  <a:lnTo>
                    <a:pt x="1345016" y="30072"/>
                  </a:lnTo>
                  <a:lnTo>
                    <a:pt x="1345016" y="0"/>
                  </a:lnTo>
                  <a:close/>
                </a:path>
                <a:path w="2035810" h="210820">
                  <a:moveTo>
                    <a:pt x="1346817" y="0"/>
                  </a:moveTo>
                  <a:lnTo>
                    <a:pt x="1345016" y="0"/>
                  </a:lnTo>
                  <a:lnTo>
                    <a:pt x="1345016" y="30072"/>
                  </a:lnTo>
                  <a:lnTo>
                    <a:pt x="1369601" y="36365"/>
                  </a:lnTo>
                  <a:lnTo>
                    <a:pt x="1387273" y="53080"/>
                  </a:lnTo>
                  <a:lnTo>
                    <a:pt x="1397941" y="76971"/>
                  </a:lnTo>
                  <a:lnTo>
                    <a:pt x="1401283" y="102970"/>
                  </a:lnTo>
                  <a:lnTo>
                    <a:pt x="1401404" y="105703"/>
                  </a:lnTo>
                  <a:lnTo>
                    <a:pt x="1397814" y="134681"/>
                  </a:lnTo>
                  <a:lnTo>
                    <a:pt x="1386935" y="158671"/>
                  </a:lnTo>
                  <a:lnTo>
                    <a:pt x="1369221" y="174630"/>
                  </a:lnTo>
                  <a:lnTo>
                    <a:pt x="1345016" y="180423"/>
                  </a:lnTo>
                  <a:lnTo>
                    <a:pt x="1345016" y="210496"/>
                  </a:lnTo>
                  <a:lnTo>
                    <a:pt x="1383558" y="202921"/>
                  </a:lnTo>
                  <a:lnTo>
                    <a:pt x="1414161" y="182020"/>
                  </a:lnTo>
                  <a:lnTo>
                    <a:pt x="1434342" y="148475"/>
                  </a:lnTo>
                  <a:lnTo>
                    <a:pt x="1441621" y="102970"/>
                  </a:lnTo>
                  <a:lnTo>
                    <a:pt x="1435140" y="62280"/>
                  </a:lnTo>
                  <a:lnTo>
                    <a:pt x="1416439" y="29618"/>
                  </a:lnTo>
                  <a:lnTo>
                    <a:pt x="1386628" y="7888"/>
                  </a:lnTo>
                  <a:lnTo>
                    <a:pt x="1346817" y="0"/>
                  </a:lnTo>
                  <a:close/>
                </a:path>
                <a:path w="2035810" h="210820">
                  <a:moveTo>
                    <a:pt x="1581030" y="921"/>
                  </a:moveTo>
                  <a:lnTo>
                    <a:pt x="1535065" y="8480"/>
                  </a:lnTo>
                  <a:lnTo>
                    <a:pt x="1499699" y="29962"/>
                  </a:lnTo>
                  <a:lnTo>
                    <a:pt x="1476978" y="63577"/>
                  </a:lnTo>
                  <a:lnTo>
                    <a:pt x="1468950" y="107535"/>
                  </a:lnTo>
                  <a:lnTo>
                    <a:pt x="1470395" y="129457"/>
                  </a:lnTo>
                  <a:lnTo>
                    <a:pt x="1484568" y="167493"/>
                  </a:lnTo>
                  <a:lnTo>
                    <a:pt x="1512009" y="194199"/>
                  </a:lnTo>
                  <a:lnTo>
                    <a:pt x="1552023" y="207875"/>
                  </a:lnTo>
                  <a:lnTo>
                    <a:pt x="1576475" y="209585"/>
                  </a:lnTo>
                  <a:lnTo>
                    <a:pt x="1595956" y="208373"/>
                  </a:lnTo>
                  <a:lnTo>
                    <a:pt x="1614063" y="205368"/>
                  </a:lnTo>
                  <a:lnTo>
                    <a:pt x="1629778" y="201510"/>
                  </a:lnTo>
                  <a:lnTo>
                    <a:pt x="1642086" y="197742"/>
                  </a:lnTo>
                  <a:lnTo>
                    <a:pt x="1642086" y="178612"/>
                  </a:lnTo>
                  <a:lnTo>
                    <a:pt x="1577376" y="178612"/>
                  </a:lnTo>
                  <a:lnTo>
                    <a:pt x="1548595" y="173612"/>
                  </a:lnTo>
                  <a:lnTo>
                    <a:pt x="1526134" y="159128"/>
                  </a:lnTo>
                  <a:lnTo>
                    <a:pt x="1511530" y="135931"/>
                  </a:lnTo>
                  <a:lnTo>
                    <a:pt x="1506320" y="104792"/>
                  </a:lnTo>
                  <a:lnTo>
                    <a:pt x="1511842" y="73797"/>
                  </a:lnTo>
                  <a:lnTo>
                    <a:pt x="1527270" y="50917"/>
                  </a:lnTo>
                  <a:lnTo>
                    <a:pt x="1550901" y="36749"/>
                  </a:lnTo>
                  <a:lnTo>
                    <a:pt x="1581030" y="31894"/>
                  </a:lnTo>
                  <a:lnTo>
                    <a:pt x="1629976" y="31894"/>
                  </a:lnTo>
                  <a:lnTo>
                    <a:pt x="1635698" y="10931"/>
                  </a:lnTo>
                  <a:lnTo>
                    <a:pt x="1626517" y="7445"/>
                  </a:lnTo>
                  <a:lnTo>
                    <a:pt x="1614175" y="4218"/>
                  </a:lnTo>
                  <a:lnTo>
                    <a:pt x="1598928" y="1845"/>
                  </a:lnTo>
                  <a:lnTo>
                    <a:pt x="1581030" y="921"/>
                  </a:lnTo>
                  <a:close/>
                </a:path>
                <a:path w="2035810" h="210820">
                  <a:moveTo>
                    <a:pt x="1642086" y="94771"/>
                  </a:moveTo>
                  <a:lnTo>
                    <a:pt x="1570098" y="94771"/>
                  </a:lnTo>
                  <a:lnTo>
                    <a:pt x="1570098" y="123922"/>
                  </a:lnTo>
                  <a:lnTo>
                    <a:pt x="1605636" y="123922"/>
                  </a:lnTo>
                  <a:lnTo>
                    <a:pt x="1605636" y="174958"/>
                  </a:lnTo>
                  <a:lnTo>
                    <a:pt x="1601216" y="176302"/>
                  </a:lnTo>
                  <a:lnTo>
                    <a:pt x="1594918" y="177472"/>
                  </a:lnTo>
                  <a:lnTo>
                    <a:pt x="1586914" y="178299"/>
                  </a:lnTo>
                  <a:lnTo>
                    <a:pt x="1577376" y="178612"/>
                  </a:lnTo>
                  <a:lnTo>
                    <a:pt x="1642086" y="178612"/>
                  </a:lnTo>
                  <a:lnTo>
                    <a:pt x="1642086" y="94771"/>
                  </a:lnTo>
                  <a:close/>
                </a:path>
                <a:path w="2035810" h="210820">
                  <a:moveTo>
                    <a:pt x="1629976" y="31894"/>
                  </a:moveTo>
                  <a:lnTo>
                    <a:pt x="1581030" y="31894"/>
                  </a:lnTo>
                  <a:lnTo>
                    <a:pt x="1595462" y="32550"/>
                  </a:lnTo>
                  <a:lnTo>
                    <a:pt x="1607672" y="34403"/>
                  </a:lnTo>
                  <a:lnTo>
                    <a:pt x="1618176" y="37279"/>
                  </a:lnTo>
                  <a:lnTo>
                    <a:pt x="1627489" y="41003"/>
                  </a:lnTo>
                  <a:lnTo>
                    <a:pt x="1629976" y="31894"/>
                  </a:lnTo>
                  <a:close/>
                </a:path>
                <a:path w="2035810" h="210820">
                  <a:moveTo>
                    <a:pt x="1716816" y="3643"/>
                  </a:moveTo>
                  <a:lnTo>
                    <a:pt x="1679435" y="3643"/>
                  </a:lnTo>
                  <a:lnTo>
                    <a:pt x="1679435" y="206862"/>
                  </a:lnTo>
                  <a:lnTo>
                    <a:pt x="1716816" y="206862"/>
                  </a:lnTo>
                  <a:lnTo>
                    <a:pt x="1716816" y="3643"/>
                  </a:lnTo>
                  <a:close/>
                </a:path>
                <a:path w="2035810" h="210820">
                  <a:moveTo>
                    <a:pt x="1871733" y="3633"/>
                  </a:moveTo>
                  <a:lnTo>
                    <a:pt x="1753255" y="3633"/>
                  </a:lnTo>
                  <a:lnTo>
                    <a:pt x="1753255" y="206862"/>
                  </a:lnTo>
                  <a:lnTo>
                    <a:pt x="1876267" y="206862"/>
                  </a:lnTo>
                  <a:lnTo>
                    <a:pt x="1876267" y="176790"/>
                  </a:lnTo>
                  <a:lnTo>
                    <a:pt x="1790615" y="176790"/>
                  </a:lnTo>
                  <a:lnTo>
                    <a:pt x="1790615" y="116635"/>
                  </a:lnTo>
                  <a:lnTo>
                    <a:pt x="1867157" y="116635"/>
                  </a:lnTo>
                  <a:lnTo>
                    <a:pt x="1867157" y="86573"/>
                  </a:lnTo>
                  <a:lnTo>
                    <a:pt x="1790615" y="86573"/>
                  </a:lnTo>
                  <a:lnTo>
                    <a:pt x="1790615" y="33716"/>
                  </a:lnTo>
                  <a:lnTo>
                    <a:pt x="1871733" y="33716"/>
                  </a:lnTo>
                  <a:lnTo>
                    <a:pt x="1871733" y="3633"/>
                  </a:lnTo>
                  <a:close/>
                </a:path>
                <a:path w="2035810" h="210820">
                  <a:moveTo>
                    <a:pt x="1911816" y="166759"/>
                  </a:moveTo>
                  <a:lnTo>
                    <a:pt x="1927197" y="206506"/>
                  </a:lnTo>
                  <a:lnTo>
                    <a:pt x="1958285" y="210496"/>
                  </a:lnTo>
                  <a:lnTo>
                    <a:pt x="1992682" y="205568"/>
                  </a:lnTo>
                  <a:lnTo>
                    <a:pt x="2016829" y="192266"/>
                  </a:lnTo>
                  <a:lnTo>
                    <a:pt x="2026166" y="179512"/>
                  </a:lnTo>
                  <a:lnTo>
                    <a:pt x="1961018" y="179512"/>
                  </a:lnTo>
                  <a:lnTo>
                    <a:pt x="1946930" y="178415"/>
                  </a:lnTo>
                  <a:lnTo>
                    <a:pt x="1933688" y="175523"/>
                  </a:lnTo>
                  <a:lnTo>
                    <a:pt x="1921811" y="171437"/>
                  </a:lnTo>
                  <a:lnTo>
                    <a:pt x="1911816" y="166759"/>
                  </a:lnTo>
                  <a:close/>
                </a:path>
                <a:path w="2035810" h="210820">
                  <a:moveTo>
                    <a:pt x="1978337" y="0"/>
                  </a:moveTo>
                  <a:lnTo>
                    <a:pt x="1948633" y="4498"/>
                  </a:lnTo>
                  <a:lnTo>
                    <a:pt x="1925938" y="16855"/>
                  </a:lnTo>
                  <a:lnTo>
                    <a:pt x="1911446" y="35365"/>
                  </a:lnTo>
                  <a:lnTo>
                    <a:pt x="1906350" y="58322"/>
                  </a:lnTo>
                  <a:lnTo>
                    <a:pt x="1910294" y="78209"/>
                  </a:lnTo>
                  <a:lnTo>
                    <a:pt x="1921500" y="94425"/>
                  </a:lnTo>
                  <a:lnTo>
                    <a:pt x="1939025" y="107395"/>
                  </a:lnTo>
                  <a:lnTo>
                    <a:pt x="1978390" y="124999"/>
                  </a:lnTo>
                  <a:lnTo>
                    <a:pt x="1989723" y="132700"/>
                  </a:lnTo>
                  <a:lnTo>
                    <a:pt x="1996272" y="141252"/>
                  </a:lnTo>
                  <a:lnTo>
                    <a:pt x="1998378" y="151262"/>
                  </a:lnTo>
                  <a:lnTo>
                    <a:pt x="1995880" y="162987"/>
                  </a:lnTo>
                  <a:lnTo>
                    <a:pt x="1988596" y="171886"/>
                  </a:lnTo>
                  <a:lnTo>
                    <a:pt x="1976863" y="177535"/>
                  </a:lnTo>
                  <a:lnTo>
                    <a:pt x="1961018" y="179512"/>
                  </a:lnTo>
                  <a:lnTo>
                    <a:pt x="2026166" y="179512"/>
                  </a:lnTo>
                  <a:lnTo>
                    <a:pt x="2031068" y="172815"/>
                  </a:lnTo>
                  <a:lnTo>
                    <a:pt x="2035739" y="149440"/>
                  </a:lnTo>
                  <a:lnTo>
                    <a:pt x="2032492" y="129135"/>
                  </a:lnTo>
                  <a:lnTo>
                    <a:pt x="2022755" y="112759"/>
                  </a:lnTo>
                  <a:lnTo>
                    <a:pt x="2006531" y="99460"/>
                  </a:lnTo>
                  <a:lnTo>
                    <a:pt x="1983824" y="88384"/>
                  </a:lnTo>
                  <a:lnTo>
                    <a:pt x="1966156" y="81198"/>
                  </a:lnTo>
                  <a:lnTo>
                    <a:pt x="1953962" y="73927"/>
                  </a:lnTo>
                  <a:lnTo>
                    <a:pt x="1946899" y="65458"/>
                  </a:lnTo>
                  <a:lnTo>
                    <a:pt x="1944621" y="54678"/>
                  </a:lnTo>
                  <a:lnTo>
                    <a:pt x="1946555" y="45976"/>
                  </a:lnTo>
                  <a:lnTo>
                    <a:pt x="1952589" y="38386"/>
                  </a:lnTo>
                  <a:lnTo>
                    <a:pt x="1963068" y="33018"/>
                  </a:lnTo>
                  <a:lnTo>
                    <a:pt x="1978337" y="30983"/>
                  </a:lnTo>
                  <a:lnTo>
                    <a:pt x="2021182" y="30983"/>
                  </a:lnTo>
                  <a:lnTo>
                    <a:pt x="2027540" y="10020"/>
                  </a:lnTo>
                  <a:lnTo>
                    <a:pt x="2018444" y="6149"/>
                  </a:lnTo>
                  <a:lnTo>
                    <a:pt x="2007383" y="2960"/>
                  </a:lnTo>
                  <a:lnTo>
                    <a:pt x="1994100" y="797"/>
                  </a:lnTo>
                  <a:lnTo>
                    <a:pt x="1978337" y="0"/>
                  </a:lnTo>
                  <a:close/>
                </a:path>
                <a:path w="2035810" h="210820">
                  <a:moveTo>
                    <a:pt x="2021182" y="30983"/>
                  </a:moveTo>
                  <a:lnTo>
                    <a:pt x="1978337" y="30983"/>
                  </a:lnTo>
                  <a:lnTo>
                    <a:pt x="1991641" y="31894"/>
                  </a:lnTo>
                  <a:lnTo>
                    <a:pt x="2002815" y="34171"/>
                  </a:lnTo>
                  <a:lnTo>
                    <a:pt x="2011771" y="37132"/>
                  </a:lnTo>
                  <a:lnTo>
                    <a:pt x="2018420" y="40093"/>
                  </a:lnTo>
                  <a:lnTo>
                    <a:pt x="2021182" y="30983"/>
                  </a:lnTo>
                  <a:close/>
                </a:path>
                <a:path w="2035810" h="210820">
                  <a:moveTo>
                    <a:pt x="997833" y="0"/>
                  </a:moveTo>
                  <a:lnTo>
                    <a:pt x="959042" y="8334"/>
                  </a:lnTo>
                  <a:lnTo>
                    <a:pt x="928800" y="30420"/>
                  </a:lnTo>
                  <a:lnTo>
                    <a:pt x="909154" y="63952"/>
                  </a:lnTo>
                  <a:lnTo>
                    <a:pt x="902150" y="106625"/>
                  </a:lnTo>
                  <a:lnTo>
                    <a:pt x="908742" y="148224"/>
                  </a:lnTo>
                  <a:lnTo>
                    <a:pt x="927551" y="181110"/>
                  </a:lnTo>
                  <a:lnTo>
                    <a:pt x="957125" y="202722"/>
                  </a:lnTo>
                  <a:lnTo>
                    <a:pt x="996011" y="210496"/>
                  </a:lnTo>
                  <a:lnTo>
                    <a:pt x="997833" y="210496"/>
                  </a:lnTo>
                  <a:lnTo>
                    <a:pt x="997833" y="180423"/>
                  </a:lnTo>
                  <a:lnTo>
                    <a:pt x="974006" y="174514"/>
                  </a:lnTo>
                  <a:lnTo>
                    <a:pt x="956247" y="158440"/>
                  </a:lnTo>
                  <a:lnTo>
                    <a:pt x="945152" y="134677"/>
                  </a:lnTo>
                  <a:lnTo>
                    <a:pt x="941443" y="106625"/>
                  </a:lnTo>
                  <a:lnTo>
                    <a:pt x="941435" y="104792"/>
                  </a:lnTo>
                  <a:lnTo>
                    <a:pt x="944896" y="76971"/>
                  </a:lnTo>
                  <a:lnTo>
                    <a:pt x="955563" y="52853"/>
                  </a:lnTo>
                  <a:lnTo>
                    <a:pt x="973237" y="36251"/>
                  </a:lnTo>
                  <a:lnTo>
                    <a:pt x="997833" y="30072"/>
                  </a:lnTo>
                  <a:lnTo>
                    <a:pt x="997833" y="0"/>
                  </a:lnTo>
                  <a:close/>
                </a:path>
                <a:path w="2035810" h="210820">
                  <a:moveTo>
                    <a:pt x="999644" y="0"/>
                  </a:moveTo>
                  <a:lnTo>
                    <a:pt x="997833" y="0"/>
                  </a:lnTo>
                  <a:lnTo>
                    <a:pt x="997833" y="30072"/>
                  </a:lnTo>
                  <a:lnTo>
                    <a:pt x="1022415" y="36365"/>
                  </a:lnTo>
                  <a:lnTo>
                    <a:pt x="1040079" y="53080"/>
                  </a:lnTo>
                  <a:lnTo>
                    <a:pt x="1050740" y="76971"/>
                  </a:lnTo>
                  <a:lnTo>
                    <a:pt x="1054079" y="102970"/>
                  </a:lnTo>
                  <a:lnTo>
                    <a:pt x="1054200" y="105703"/>
                  </a:lnTo>
                  <a:lnTo>
                    <a:pt x="1050612" y="134681"/>
                  </a:lnTo>
                  <a:lnTo>
                    <a:pt x="1039737" y="158671"/>
                  </a:lnTo>
                  <a:lnTo>
                    <a:pt x="1022031" y="174630"/>
                  </a:lnTo>
                  <a:lnTo>
                    <a:pt x="997833" y="180423"/>
                  </a:lnTo>
                  <a:lnTo>
                    <a:pt x="997833" y="210496"/>
                  </a:lnTo>
                  <a:lnTo>
                    <a:pt x="1036237" y="202921"/>
                  </a:lnTo>
                  <a:lnTo>
                    <a:pt x="1066514" y="182020"/>
                  </a:lnTo>
                  <a:lnTo>
                    <a:pt x="1086367" y="148475"/>
                  </a:lnTo>
                  <a:lnTo>
                    <a:pt x="1093495" y="102970"/>
                  </a:lnTo>
                  <a:lnTo>
                    <a:pt x="1087161" y="62280"/>
                  </a:lnTo>
                  <a:lnTo>
                    <a:pt x="1068782" y="29618"/>
                  </a:lnTo>
                  <a:lnTo>
                    <a:pt x="1039298" y="7888"/>
                  </a:lnTo>
                  <a:lnTo>
                    <a:pt x="999644" y="0"/>
                  </a:lnTo>
                  <a:close/>
                </a:path>
                <a:path w="2035810" h="210820">
                  <a:moveTo>
                    <a:pt x="1162760" y="3633"/>
                  </a:moveTo>
                  <a:lnTo>
                    <a:pt x="1125389" y="3633"/>
                  </a:lnTo>
                  <a:lnTo>
                    <a:pt x="1125389" y="206862"/>
                  </a:lnTo>
                  <a:lnTo>
                    <a:pt x="1246590" y="206862"/>
                  </a:lnTo>
                  <a:lnTo>
                    <a:pt x="1246590" y="175868"/>
                  </a:lnTo>
                  <a:lnTo>
                    <a:pt x="1162760" y="175868"/>
                  </a:lnTo>
                  <a:lnTo>
                    <a:pt x="1162760" y="3633"/>
                  </a:lnTo>
                  <a:close/>
                </a:path>
                <a:path w="2035810" h="210820">
                  <a:moveTo>
                    <a:pt x="95682" y="34627"/>
                  </a:moveTo>
                  <a:lnTo>
                    <a:pt x="58322" y="34627"/>
                  </a:lnTo>
                  <a:lnTo>
                    <a:pt x="58322" y="206862"/>
                  </a:lnTo>
                  <a:lnTo>
                    <a:pt x="95682" y="206862"/>
                  </a:lnTo>
                  <a:lnTo>
                    <a:pt x="95682" y="34627"/>
                  </a:lnTo>
                  <a:close/>
                </a:path>
                <a:path w="2035810" h="210820">
                  <a:moveTo>
                    <a:pt x="153995" y="3633"/>
                  </a:moveTo>
                  <a:lnTo>
                    <a:pt x="0" y="3633"/>
                  </a:lnTo>
                  <a:lnTo>
                    <a:pt x="0" y="34627"/>
                  </a:lnTo>
                  <a:lnTo>
                    <a:pt x="153995" y="34627"/>
                  </a:lnTo>
                  <a:lnTo>
                    <a:pt x="153995" y="3633"/>
                  </a:lnTo>
                  <a:close/>
                </a:path>
                <a:path w="2035810" h="210820">
                  <a:moveTo>
                    <a:pt x="302535" y="3633"/>
                  </a:moveTo>
                  <a:lnTo>
                    <a:pt x="184078" y="3633"/>
                  </a:lnTo>
                  <a:lnTo>
                    <a:pt x="184078" y="206862"/>
                  </a:lnTo>
                  <a:lnTo>
                    <a:pt x="307090" y="206862"/>
                  </a:lnTo>
                  <a:lnTo>
                    <a:pt x="307090" y="176790"/>
                  </a:lnTo>
                  <a:lnTo>
                    <a:pt x="220527" y="176790"/>
                  </a:lnTo>
                  <a:lnTo>
                    <a:pt x="220527" y="116635"/>
                  </a:lnTo>
                  <a:lnTo>
                    <a:pt x="297980" y="116635"/>
                  </a:lnTo>
                  <a:lnTo>
                    <a:pt x="297980" y="86573"/>
                  </a:lnTo>
                  <a:lnTo>
                    <a:pt x="220527" y="86573"/>
                  </a:lnTo>
                  <a:lnTo>
                    <a:pt x="220527" y="33716"/>
                  </a:lnTo>
                  <a:lnTo>
                    <a:pt x="302535" y="33716"/>
                  </a:lnTo>
                  <a:lnTo>
                    <a:pt x="302535" y="3633"/>
                  </a:lnTo>
                  <a:close/>
                </a:path>
                <a:path w="2035810" h="210820">
                  <a:moveTo>
                    <a:pt x="438321" y="0"/>
                  </a:moveTo>
                  <a:lnTo>
                    <a:pt x="394708" y="7446"/>
                  </a:lnTo>
                  <a:lnTo>
                    <a:pt x="360063" y="28818"/>
                  </a:lnTo>
                  <a:lnTo>
                    <a:pt x="337208" y="62665"/>
                  </a:lnTo>
                  <a:lnTo>
                    <a:pt x="328963" y="107535"/>
                  </a:lnTo>
                  <a:lnTo>
                    <a:pt x="336096" y="149761"/>
                  </a:lnTo>
                  <a:lnTo>
                    <a:pt x="356642" y="182249"/>
                  </a:lnTo>
                  <a:lnTo>
                    <a:pt x="389318" y="203121"/>
                  </a:lnTo>
                  <a:lnTo>
                    <a:pt x="432845" y="210496"/>
                  </a:lnTo>
                  <a:lnTo>
                    <a:pt x="450198" y="209713"/>
                  </a:lnTo>
                  <a:lnTo>
                    <a:pt x="465077" y="207649"/>
                  </a:lnTo>
                  <a:lnTo>
                    <a:pt x="477054" y="204731"/>
                  </a:lnTo>
                  <a:lnTo>
                    <a:pt x="485702" y="201386"/>
                  </a:lnTo>
                  <a:lnTo>
                    <a:pt x="481056" y="179512"/>
                  </a:lnTo>
                  <a:lnTo>
                    <a:pt x="439222" y="179512"/>
                  </a:lnTo>
                  <a:lnTo>
                    <a:pt x="409280" y="174258"/>
                  </a:lnTo>
                  <a:lnTo>
                    <a:pt x="386941" y="159351"/>
                  </a:lnTo>
                  <a:lnTo>
                    <a:pt x="372972" y="136072"/>
                  </a:lnTo>
                  <a:lnTo>
                    <a:pt x="368145" y="105703"/>
                  </a:lnTo>
                  <a:lnTo>
                    <a:pt x="373486" y="73266"/>
                  </a:lnTo>
                  <a:lnTo>
                    <a:pt x="388311" y="49888"/>
                  </a:lnTo>
                  <a:lnTo>
                    <a:pt x="410822" y="35737"/>
                  </a:lnTo>
                  <a:lnTo>
                    <a:pt x="439222" y="30983"/>
                  </a:lnTo>
                  <a:lnTo>
                    <a:pt x="481549" y="30983"/>
                  </a:lnTo>
                  <a:lnTo>
                    <a:pt x="487513" y="9120"/>
                  </a:lnTo>
                  <a:lnTo>
                    <a:pt x="480211" y="6153"/>
                  </a:lnTo>
                  <a:lnTo>
                    <a:pt x="469408" y="3189"/>
                  </a:lnTo>
                  <a:lnTo>
                    <a:pt x="455359" y="911"/>
                  </a:lnTo>
                  <a:lnTo>
                    <a:pt x="438321" y="0"/>
                  </a:lnTo>
                  <a:close/>
                </a:path>
                <a:path w="2035810" h="210820">
                  <a:moveTo>
                    <a:pt x="479315" y="171314"/>
                  </a:moveTo>
                  <a:lnTo>
                    <a:pt x="471257" y="174516"/>
                  </a:lnTo>
                  <a:lnTo>
                    <a:pt x="461318" y="177121"/>
                  </a:lnTo>
                  <a:lnTo>
                    <a:pt x="450354" y="178872"/>
                  </a:lnTo>
                  <a:lnTo>
                    <a:pt x="439222" y="179512"/>
                  </a:lnTo>
                  <a:lnTo>
                    <a:pt x="481056" y="179512"/>
                  </a:lnTo>
                  <a:lnTo>
                    <a:pt x="479315" y="171314"/>
                  </a:lnTo>
                  <a:close/>
                </a:path>
                <a:path w="2035810" h="210820">
                  <a:moveTo>
                    <a:pt x="481549" y="30983"/>
                  </a:moveTo>
                  <a:lnTo>
                    <a:pt x="439222" y="30983"/>
                  </a:lnTo>
                  <a:lnTo>
                    <a:pt x="451507" y="31623"/>
                  </a:lnTo>
                  <a:lnTo>
                    <a:pt x="462343" y="33373"/>
                  </a:lnTo>
                  <a:lnTo>
                    <a:pt x="471641" y="35975"/>
                  </a:lnTo>
                  <a:lnTo>
                    <a:pt x="479315" y="39171"/>
                  </a:lnTo>
                  <a:lnTo>
                    <a:pt x="481549" y="30983"/>
                  </a:lnTo>
                  <a:close/>
                </a:path>
                <a:path w="2035810" h="210820">
                  <a:moveTo>
                    <a:pt x="554956" y="3633"/>
                  </a:moveTo>
                  <a:lnTo>
                    <a:pt x="517586" y="3633"/>
                  </a:lnTo>
                  <a:lnTo>
                    <a:pt x="517586" y="206862"/>
                  </a:lnTo>
                  <a:lnTo>
                    <a:pt x="554956" y="206862"/>
                  </a:lnTo>
                  <a:lnTo>
                    <a:pt x="554956" y="117546"/>
                  </a:lnTo>
                  <a:lnTo>
                    <a:pt x="677968" y="117546"/>
                  </a:lnTo>
                  <a:lnTo>
                    <a:pt x="677968" y="84751"/>
                  </a:lnTo>
                  <a:lnTo>
                    <a:pt x="554956" y="84751"/>
                  </a:lnTo>
                  <a:lnTo>
                    <a:pt x="554956" y="3633"/>
                  </a:lnTo>
                  <a:close/>
                </a:path>
                <a:path w="2035810" h="210820">
                  <a:moveTo>
                    <a:pt x="677968" y="117546"/>
                  </a:moveTo>
                  <a:lnTo>
                    <a:pt x="640608" y="117546"/>
                  </a:lnTo>
                  <a:lnTo>
                    <a:pt x="640608" y="206862"/>
                  </a:lnTo>
                  <a:lnTo>
                    <a:pt x="677968" y="206862"/>
                  </a:lnTo>
                  <a:lnTo>
                    <a:pt x="677968" y="117546"/>
                  </a:lnTo>
                  <a:close/>
                </a:path>
                <a:path w="2035810" h="210820">
                  <a:moveTo>
                    <a:pt x="677968" y="3633"/>
                  </a:moveTo>
                  <a:lnTo>
                    <a:pt x="640608" y="3633"/>
                  </a:lnTo>
                  <a:lnTo>
                    <a:pt x="640608" y="84751"/>
                  </a:lnTo>
                  <a:lnTo>
                    <a:pt x="677968" y="84751"/>
                  </a:lnTo>
                  <a:lnTo>
                    <a:pt x="677968" y="3633"/>
                  </a:lnTo>
                  <a:close/>
                </a:path>
                <a:path w="2035810" h="210820">
                  <a:moveTo>
                    <a:pt x="753600" y="3633"/>
                  </a:moveTo>
                  <a:lnTo>
                    <a:pt x="711695" y="3633"/>
                  </a:lnTo>
                  <a:lnTo>
                    <a:pt x="711695" y="206862"/>
                  </a:lnTo>
                  <a:lnTo>
                    <a:pt x="746322" y="206862"/>
                  </a:lnTo>
                  <a:lnTo>
                    <a:pt x="746204" y="117546"/>
                  </a:lnTo>
                  <a:lnTo>
                    <a:pt x="746094" y="107829"/>
                  </a:lnTo>
                  <a:lnTo>
                    <a:pt x="745640" y="88272"/>
                  </a:lnTo>
                  <a:lnTo>
                    <a:pt x="744789" y="67439"/>
                  </a:lnTo>
                  <a:lnTo>
                    <a:pt x="743600" y="47380"/>
                  </a:lnTo>
                  <a:lnTo>
                    <a:pt x="780039" y="47380"/>
                  </a:lnTo>
                  <a:lnTo>
                    <a:pt x="753600" y="3633"/>
                  </a:lnTo>
                  <a:close/>
                </a:path>
                <a:path w="2035810" h="210820">
                  <a:moveTo>
                    <a:pt x="780039" y="47380"/>
                  </a:moveTo>
                  <a:lnTo>
                    <a:pt x="744490" y="47380"/>
                  </a:lnTo>
                  <a:lnTo>
                    <a:pt x="752629" y="64753"/>
                  </a:lnTo>
                  <a:lnTo>
                    <a:pt x="761801" y="82467"/>
                  </a:lnTo>
                  <a:lnTo>
                    <a:pt x="771660" y="100179"/>
                  </a:lnTo>
                  <a:lnTo>
                    <a:pt x="781861" y="117546"/>
                  </a:lnTo>
                  <a:lnTo>
                    <a:pt x="834718" y="206862"/>
                  </a:lnTo>
                  <a:lnTo>
                    <a:pt x="872978" y="206862"/>
                  </a:lnTo>
                  <a:lnTo>
                    <a:pt x="872978" y="159471"/>
                  </a:lnTo>
                  <a:lnTo>
                    <a:pt x="841094" y="159471"/>
                  </a:lnTo>
                  <a:lnTo>
                    <a:pt x="833758" y="142252"/>
                  </a:lnTo>
                  <a:lnTo>
                    <a:pt x="825486" y="124954"/>
                  </a:lnTo>
                  <a:lnTo>
                    <a:pt x="816364" y="107829"/>
                  </a:lnTo>
                  <a:lnTo>
                    <a:pt x="806478" y="91128"/>
                  </a:lnTo>
                  <a:lnTo>
                    <a:pt x="780039" y="47380"/>
                  </a:lnTo>
                  <a:close/>
                </a:path>
                <a:path w="2035810" h="210820">
                  <a:moveTo>
                    <a:pt x="872978" y="3633"/>
                  </a:moveTo>
                  <a:lnTo>
                    <a:pt x="838351" y="3633"/>
                  </a:lnTo>
                  <a:lnTo>
                    <a:pt x="838414" y="82467"/>
                  </a:lnTo>
                  <a:lnTo>
                    <a:pt x="838535" y="97177"/>
                  </a:lnTo>
                  <a:lnTo>
                    <a:pt x="839145" y="118344"/>
                  </a:lnTo>
                  <a:lnTo>
                    <a:pt x="840273" y="138659"/>
                  </a:lnTo>
                  <a:lnTo>
                    <a:pt x="842005" y="158550"/>
                  </a:lnTo>
                  <a:lnTo>
                    <a:pt x="841094" y="159471"/>
                  </a:lnTo>
                  <a:lnTo>
                    <a:pt x="872978" y="159471"/>
                  </a:lnTo>
                  <a:lnTo>
                    <a:pt x="872978" y="3633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rgbClr val="0000B3"/>
                </a:solidFill>
                <a:effectLst/>
                <a:latin typeface="DM Sans" pitchFamily="2" charset="77"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98AF98-6196-41F0-7877-F9584BFA936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FDB05-43C6-BB4D-DCCD-28C3BF2EAC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D40F69D5-61A9-32C1-50A5-BFD95BA2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F6BD87-B75A-EFC5-25C3-A33C220BE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6791516-1651-44CD-4B31-BF647F184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cSlideMaster1.BlankHeader" descr="Classification: Internal">
            <a:extLst>
              <a:ext uri="{FF2B5EF4-FFF2-40B4-BE49-F238E27FC236}">
                <a16:creationId xmlns:a16="http://schemas.microsoft.com/office/drawing/2014/main" id="{514A3914-FFCB-26EB-DFD5-C08793FE17D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3172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29CD2-5527-1730-117E-EED811A0AA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2EDF40E-A475-8E80-0F9B-7A7B0C97795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1F6AE692-A858-46F8-79DB-19592C2A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rgbClr val="10C6B3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8357E-19A4-CCAE-E086-44F90C0B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81B2EC4-D29F-25F8-8740-DE42A47E1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hcSlideMaster1.Blank blueHeader" descr="Classification: Internal">
            <a:extLst>
              <a:ext uri="{FF2B5EF4-FFF2-40B4-BE49-F238E27FC236}">
                <a16:creationId xmlns:a16="http://schemas.microsoft.com/office/drawing/2014/main" id="{D2F6FBB2-F878-7ED2-4F42-6E0A285DBB5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5778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404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1A6F1BC-C3E5-67C9-81F0-EA0902E0EA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4302C14-2A55-A7F8-0F5D-AC6437B1118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FB66538-5759-2BB6-F749-DE90FECED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EBB32B32-FB8D-F261-EAC9-9AA611B9A5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46BB842-4564-92CE-42A2-41339B86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964B20C-03A5-B7CE-2FCE-D5A760005B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A68AB8-CB03-0F78-494F-58223FC7199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5" name="hcSlideMaster1.Cover blue 1Header" descr="Classification: Internal">
            <a:extLst>
              <a:ext uri="{FF2B5EF4-FFF2-40B4-BE49-F238E27FC236}">
                <a16:creationId xmlns:a16="http://schemas.microsoft.com/office/drawing/2014/main" id="{FEEE177F-5C19-1D33-88C5-0D47332C2DC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5372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SDV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892D21B-01B6-5F95-FD2F-869246651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E09EFFE-1CE5-0814-C55D-0B8F65BAD9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C473F-1321-6CC8-8EF8-18801DB3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D5402-5F9E-10E6-9269-4165A8A7BF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8C51B-FF4A-1970-8EF9-6C835FCD32C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A2C15D-B6DC-EDFE-6A95-2352AF08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41" y="-154347"/>
            <a:ext cx="3004548" cy="7027588"/>
          </a:xfrm>
          <a:prstGeom prst="rect">
            <a:avLst/>
          </a:prstGeom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F3C41CE-A5F7-702B-49AF-F73639572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98480" y="967709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23649" y="3995690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cSlideMaster1.Cover blue SDVHeader" descr="Classification: Internal">
            <a:extLst>
              <a:ext uri="{FF2B5EF4-FFF2-40B4-BE49-F238E27FC236}">
                <a16:creationId xmlns:a16="http://schemas.microsoft.com/office/drawing/2014/main" id="{BE69054F-892A-B1D0-E0E0-814444F15FD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9633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AI/Gen A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892D21B-01B6-5F95-FD2F-869246651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E09EFFE-1CE5-0814-C55D-0B8F65BAD9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C473F-1321-6CC8-8EF8-18801DB3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D5402-5F9E-10E6-9269-4165A8A7BF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8C51B-FF4A-1970-8EF9-6C835FCD32C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A2C15D-B6DC-EDFE-6A95-2352AF08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41" y="-154347"/>
            <a:ext cx="3004548" cy="7027588"/>
          </a:xfrm>
          <a:prstGeom prst="rect">
            <a:avLst/>
          </a:prstGeom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F3C41CE-A5F7-702B-49AF-F73639572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98480" y="967709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23649" y="3995690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cSlideMaster1.Cover blue AI/Gen AIHeader" descr="Classification: Internal">
            <a:extLst>
              <a:ext uri="{FF2B5EF4-FFF2-40B4-BE49-F238E27FC236}">
                <a16:creationId xmlns:a16="http://schemas.microsoft.com/office/drawing/2014/main" id="{1C13ED4C-1E75-39F6-FAA3-5803A81C768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2660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Embedd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892D21B-01B6-5F95-FD2F-869246651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E09EFFE-1CE5-0814-C55D-0B8F65BAD9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C473F-1321-6CC8-8EF8-18801DB3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D5402-5F9E-10E6-9269-4165A8A7BF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8C51B-FF4A-1970-8EF9-6C835FCD32C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A2C15D-B6DC-EDFE-6A95-2352AF08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41" y="-154347"/>
            <a:ext cx="3004548" cy="7027588"/>
          </a:xfrm>
          <a:prstGeom prst="rect">
            <a:avLst/>
          </a:prstGeom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F3C41CE-A5F7-702B-49AF-F73639572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98480" y="967709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23649" y="3995690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cSlideMaster1.Cover blue EmbeddedHeader" descr="Classification: Internal">
            <a:extLst>
              <a:ext uri="{FF2B5EF4-FFF2-40B4-BE49-F238E27FC236}">
                <a16:creationId xmlns:a16="http://schemas.microsoft.com/office/drawing/2014/main" id="{A5453B4A-407B-D010-1FAF-0FFFBACB968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4311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Aerospa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892D21B-01B6-5F95-FD2F-869246651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E09EFFE-1CE5-0814-C55D-0B8F65BAD9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C473F-1321-6CC8-8EF8-18801DB3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D5402-5F9E-10E6-9269-4165A8A7BF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8C51B-FF4A-1970-8EF9-6C835FCD32C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A2C15D-B6DC-EDFE-6A95-2352AF08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41" y="-154347"/>
            <a:ext cx="3004548" cy="7027588"/>
          </a:xfrm>
          <a:prstGeom prst="rect">
            <a:avLst/>
          </a:prstGeom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F3C41CE-A5F7-702B-49AF-F73639572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98480" y="967709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23649" y="3995690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cSlideMaster1.Cover blue AerospaceHeader" descr="Classification: Internal">
            <a:extLst>
              <a:ext uri="{FF2B5EF4-FFF2-40B4-BE49-F238E27FC236}">
                <a16:creationId xmlns:a16="http://schemas.microsoft.com/office/drawing/2014/main" id="{0FDBE553-CDFA-77B2-9A21-2D978497684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340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IH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892D21B-01B6-5F95-FD2F-869246651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E09EFFE-1CE5-0814-C55D-0B8F65BAD9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C473F-1321-6CC8-8EF8-18801DB30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3" y="2602935"/>
            <a:ext cx="4291843" cy="140854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D5402-5F9E-10E6-9269-4165A8A7BF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4702" y="1270164"/>
            <a:ext cx="667580" cy="83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8C51B-FF4A-1970-8EF9-6C835FCD32C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A2C15D-B6DC-EDFE-6A95-2352AF08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41" y="-154347"/>
            <a:ext cx="3004548" cy="7027588"/>
          </a:xfrm>
          <a:prstGeom prst="rect">
            <a:avLst/>
          </a:prstGeom>
        </p:spPr>
      </p:pic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0F3C41CE-A5F7-702B-49AF-F73639572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98480" y="967709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23649" y="3995690"/>
            <a:ext cx="5333048" cy="2847259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cSlideMaster1.Cover blue IHMHeader" descr="Classification: Internal">
            <a:extLst>
              <a:ext uri="{FF2B5EF4-FFF2-40B4-BE49-F238E27FC236}">
                <a16:creationId xmlns:a16="http://schemas.microsoft.com/office/drawing/2014/main" id="{6A2F51FD-2C7E-C6BE-FB60-0BBFE88A402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58672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5E4BA8C-4EF4-2820-5E11-9398F2D19F1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000" b="50222"/>
          <a:stretch/>
        </p:blipFill>
        <p:spPr>
          <a:xfrm>
            <a:off x="3549531" y="3058579"/>
            <a:ext cx="5047799" cy="37954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628036-7DD5-A35F-A1A5-B721E913C93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6911412-0C38-C004-6E82-776F982AF12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0C07A3-07CB-E605-E0B1-9F8444D5F35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5051" b="28949"/>
          <a:stretch/>
        </p:blipFill>
        <p:spPr>
          <a:xfrm>
            <a:off x="7304333" y="1"/>
            <a:ext cx="5038861" cy="45356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" name="hcSlideMaster1.Corporate SeparatorHeader" descr="Classification: Internal">
            <a:extLst>
              <a:ext uri="{FF2B5EF4-FFF2-40B4-BE49-F238E27FC236}">
                <a16:creationId xmlns:a16="http://schemas.microsoft.com/office/drawing/2014/main" id="{A33C8078-2D44-4230-4F07-24B28602FD5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32507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rat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1.Corporate Separator 1Header" descr="Classification: Internal">
            <a:extLst>
              <a:ext uri="{FF2B5EF4-FFF2-40B4-BE49-F238E27FC236}">
                <a16:creationId xmlns:a16="http://schemas.microsoft.com/office/drawing/2014/main" id="{1D84A4BE-EE78-1477-BCD2-B76D4F3F75C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8239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96BF4DA-9D9D-816F-9BF4-B971FD10B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F2744-CEED-1E54-DD25-2EAA1DF39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hcSlideMaster1.Title onlyHeader" descr="Classification: Internal">
            <a:extLst>
              <a:ext uri="{FF2B5EF4-FFF2-40B4-BE49-F238E27FC236}">
                <a16:creationId xmlns:a16="http://schemas.microsoft.com/office/drawing/2014/main" id="{CD615DFE-96FB-0791-8A65-D8774096A5B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4411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4" y="849280"/>
            <a:ext cx="324809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EC83742-40DE-8290-CFF8-C1B1B5865C2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B91A90-AA04-8182-D29F-C01BBA4008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D1BBC-687A-FC65-3802-342FE164D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40A25-94A3-8052-1DBE-441E817C449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1.Content 1Header" descr="Classification: Internal">
            <a:extLst>
              <a:ext uri="{FF2B5EF4-FFF2-40B4-BE49-F238E27FC236}">
                <a16:creationId xmlns:a16="http://schemas.microsoft.com/office/drawing/2014/main" id="{C51940CF-9B9A-FB1C-A659-5CFA763FD56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14264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61E534A-69F6-B1A3-24E7-9142C3EB8D7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7AAD12-2BF6-A555-A216-D3FB1B197F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89EDF-9F88-3731-66DE-7AFB54968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152E1-0EBC-BF03-EDDA-6F5452F80B4C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1.Content 2Header" descr="Classification: Internal">
            <a:extLst>
              <a:ext uri="{FF2B5EF4-FFF2-40B4-BE49-F238E27FC236}">
                <a16:creationId xmlns:a16="http://schemas.microsoft.com/office/drawing/2014/main" id="{7BB1301E-2AC9-AD77-ACB7-5465D1E890B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27873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DF705A0-4F58-DAFA-E71F-52335FF6950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CB1C1F-7889-0AD0-8E08-5D50F589E5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6ABBA5D-E49E-B089-8017-222D3C87C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3147C-F594-F0B2-FCFD-AC5E1FF08E8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5" name="hcSlideMaster1.Content 3Header" descr="Classification: Internal">
            <a:extLst>
              <a:ext uri="{FF2B5EF4-FFF2-40B4-BE49-F238E27FC236}">
                <a16:creationId xmlns:a16="http://schemas.microsoft.com/office/drawing/2014/main" id="{2CCD7132-30D2-2D12-3182-F620AAD9BB3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05358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ou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9E9659-1D0B-CF86-9FED-50BD26FC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E7E9FA-85B4-12C7-0FDF-DEBDEB1B4CE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791F26EF-DFB3-F37F-C87D-CA4927C7BF4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381157A6-A31D-EACE-3441-81D11B73F7BB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889F5034-608B-43D1-2219-4069A24E93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EE9E59B-EA70-021F-BA18-5250F882005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5C24D282-AFA5-AA9F-290C-0129881396F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EF5E465-E4ED-EDB7-0083-F50556475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354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C4A0E54-C613-0614-1B01-5D71CD08A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3541121"/>
            <a:ext cx="2528055" cy="2467603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4C69781-3C86-7EE4-BEDE-9A80D9BEAF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9577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12380BF-CFDD-4C25-D4C1-05CD64472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13625" y="3541121"/>
            <a:ext cx="2528055" cy="2467603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AADA72E-0088-1615-8AB0-948F1A0424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5051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AAB3673-5B1E-96B4-5E48-A71D5A279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9099" y="3541121"/>
            <a:ext cx="2528055" cy="2467603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DA7CE95-6E1B-0FC3-8E25-3748608A50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0525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071E666-91CE-7443-908F-96E394605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4573" y="3541121"/>
            <a:ext cx="2528055" cy="2467603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E4974-2CD6-68F7-AEE0-50B0BC6EFA0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945D07-70C3-A3AE-FA39-8C7ABD4833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8A3810C-DAE9-104B-BF4C-84C245A02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1AE5A6-4BEC-E199-ED55-C506A122A84A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5" name="hcSlideMaster1.Take out contentHeader" descr="Classification: Internal">
            <a:extLst>
              <a:ext uri="{FF2B5EF4-FFF2-40B4-BE49-F238E27FC236}">
                <a16:creationId xmlns:a16="http://schemas.microsoft.com/office/drawing/2014/main" id="{3DDFC239-0E15-702F-7FC0-53AD97518CC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98672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C2F2E960-7218-0F58-9DF9-7373DE93F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524896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C0C21F-0F5B-1EF5-BE01-962A50A174DB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50F0DB26-1D94-3566-8F14-0FDE4AA34538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34" name="object 12">
              <a:extLst>
                <a:ext uri="{FF2B5EF4-FFF2-40B4-BE49-F238E27FC236}">
                  <a16:creationId xmlns:a16="http://schemas.microsoft.com/office/drawing/2014/main" id="{2649BDF4-E0D2-998A-9DCA-2A1E77985255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5" name="object 13">
                <a:extLst>
                  <a:ext uri="{FF2B5EF4-FFF2-40B4-BE49-F238E27FC236}">
                    <a16:creationId xmlns:a16="http://schemas.microsoft.com/office/drawing/2014/main" id="{8993F90D-CA94-2ADB-1191-10BF6FA496A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36" name="object 14">
                <a:extLst>
                  <a:ext uri="{FF2B5EF4-FFF2-40B4-BE49-F238E27FC236}">
                    <a16:creationId xmlns:a16="http://schemas.microsoft.com/office/drawing/2014/main" id="{5F488FB5-48FF-2E1D-5529-26127B70F2A8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7" name="object 15">
                <a:extLst>
                  <a:ext uri="{FF2B5EF4-FFF2-40B4-BE49-F238E27FC236}">
                    <a16:creationId xmlns:a16="http://schemas.microsoft.com/office/drawing/2014/main" id="{A17651DC-79A1-1457-9627-F58215E3F61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E19AEF77-6DCB-5E57-9279-BC44CA9323C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125723-8750-E30C-7581-EC569D0558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6348D2-2A8B-A605-199F-04933E41BA0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8930" y="-653144"/>
            <a:ext cx="6139168" cy="7193283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53C65E2-9CCF-7032-F23C-2400476F6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932BE-CA3B-9EB0-AD8A-3AC8CAB439C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7" name="hcSlideMaster1.Thank you whiteHeader" descr="Classification: Internal">
            <a:extLst>
              <a:ext uri="{FF2B5EF4-FFF2-40B4-BE49-F238E27FC236}">
                <a16:creationId xmlns:a16="http://schemas.microsoft.com/office/drawing/2014/main" id="{AAD085A3-8A07-94D3-1FC7-6BDE08DAB57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6557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7502FC4-88D1-9105-5D1F-02FEF8912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524896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3FB783-8947-153A-A7DF-AB6F1F104973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6331E8B-6FCA-C3C4-9011-93330B4BE7D5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5A3CC186-E4D3-B936-134D-7FDFED61DB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F45A56E2-5D9B-948F-5DA8-C6C13C59F76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C46C7E68-70DF-DF42-8BD2-26F13B18B5E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970EFCCF-763D-7B07-5FAC-9A8D7547606A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8" name="object 11">
                <a:extLst>
                  <a:ext uri="{FF2B5EF4-FFF2-40B4-BE49-F238E27FC236}">
                    <a16:creationId xmlns:a16="http://schemas.microsoft.com/office/drawing/2014/main" id="{43E5053C-0B3D-4312-6F3B-31CD882296B4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8E55562F-DEF2-E464-A64D-98445607D27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61CCA1EF-63B4-4BBB-11A7-53987B18AB5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A7FE668C-57C3-B83C-E15C-4C2D8C35872B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B4C40346-55E8-7A54-3685-C63372BC974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24843CC7-5A77-986D-9140-09546A9222D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3C7E933-9CB4-AAC9-76CC-85B83C51583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A6FED-C61E-2B59-B9FB-D70D7F4DF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00EBA0-52BB-AB0C-C306-11D3385CAE5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DF42C13-909A-A78F-E533-F4A6C5A64EA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2745" y="-653144"/>
            <a:ext cx="6139168" cy="719328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F6329-26AB-3939-CA0A-36750854B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hcSlideMaster1.Thank you blueHeader" descr="Classification: Internal">
            <a:extLst>
              <a:ext uri="{FF2B5EF4-FFF2-40B4-BE49-F238E27FC236}">
                <a16:creationId xmlns:a16="http://schemas.microsoft.com/office/drawing/2014/main" id="{929E508E-A5D5-44B4-8B75-CDC7D7300C4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03211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12C6B3"/>
                </a:solidFill>
                <a:latin typeface="DM Sans"/>
                <a:cs typeface="DM Sans"/>
              </a:rPr>
              <a:t>tatatechnologies.com</a:t>
            </a:r>
            <a:endParaRPr sz="1600"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8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288922" y="2463179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Rectangle 3">
            <a:hlinkClick r:id="rId9"/>
            <a:extLst>
              <a:ext uri="{FF2B5EF4-FFF2-40B4-BE49-F238E27FC236}">
                <a16:creationId xmlns:a16="http://schemas.microsoft.com/office/drawing/2014/main" id="{91752C5D-215E-98D2-E98E-44E992D2A7B4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" name="Rectangle 4">
            <a:hlinkClick r:id="rId10"/>
            <a:extLst>
              <a:ext uri="{FF2B5EF4-FFF2-40B4-BE49-F238E27FC236}">
                <a16:creationId xmlns:a16="http://schemas.microsoft.com/office/drawing/2014/main" id="{19F46B21-66D1-0DFD-103B-95E43BFAA2BF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hlinkClick r:id="rId11"/>
            <a:extLst>
              <a:ext uri="{FF2B5EF4-FFF2-40B4-BE49-F238E27FC236}">
                <a16:creationId xmlns:a16="http://schemas.microsoft.com/office/drawing/2014/main" id="{09F7D139-17BA-3E48-242D-F6E58C36CCAF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Rectangle 6">
            <a:hlinkClick r:id="rId12"/>
            <a:extLst>
              <a:ext uri="{FF2B5EF4-FFF2-40B4-BE49-F238E27FC236}">
                <a16:creationId xmlns:a16="http://schemas.microsoft.com/office/drawing/2014/main" id="{109A6B67-AA4A-ED79-EED9-DC6273750977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8" name="Rectangle 7">
            <a:hlinkClick r:id="rId13"/>
            <a:extLst>
              <a:ext uri="{FF2B5EF4-FFF2-40B4-BE49-F238E27FC236}">
                <a16:creationId xmlns:a16="http://schemas.microsoft.com/office/drawing/2014/main" id="{FD563222-153D-8597-37B4-77F2E2529095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05EA7-56BB-D911-FA67-8B27050628B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C57733D-12E9-96DF-C658-3857341A690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84B874-4F77-9C17-7B83-798345FABCE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44160" y="160023"/>
            <a:ext cx="2667054" cy="6248050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E9DAB79C-4A5C-1224-3C1A-E97A77424C2A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12C6B3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52E6A5-C651-0161-4038-F09B729AACE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30" name="object 3">
            <a:extLst>
              <a:ext uri="{FF2B5EF4-FFF2-40B4-BE49-F238E27FC236}">
                <a16:creationId xmlns:a16="http://schemas.microsoft.com/office/drawing/2014/main" id="{3AA189F8-912E-FE15-14B5-2AF3E342391F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12C6B3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12C6B3"/>
                </a:solidFill>
                <a:latin typeface="DMSans-Medium"/>
                <a:cs typeface="DMSans-Medium"/>
              </a:rPr>
              <a:t>PACIFIC </a:t>
            </a:r>
            <a:endParaRPr sz="1100"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32" name="object 4">
            <a:extLst>
              <a:ext uri="{FF2B5EF4-FFF2-40B4-BE49-F238E27FC236}">
                <a16:creationId xmlns:a16="http://schemas.microsoft.com/office/drawing/2014/main" id="{712927E1-922A-8F5B-CCDF-30748AE240B5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12C6B3"/>
                </a:solidFill>
                <a:latin typeface="DMSans-Medium"/>
                <a:cs typeface="DMSans-Medium"/>
              </a:rPr>
              <a:t>EUROPE </a:t>
            </a:r>
            <a:endParaRPr sz="1100"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CCF1C0BC-C458-F177-862E-34A36A685305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12C6B3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12C6B3"/>
                </a:solidFill>
                <a:latin typeface="DMSans-Medium"/>
                <a:cs typeface="DMSans-Medium"/>
              </a:rPr>
              <a:t>AMERICA</a:t>
            </a:r>
            <a:endParaRPr sz="1100"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2" name="hcSlideMaster1.Closing slideHeader" descr="Classification: Internal">
            <a:extLst>
              <a:ext uri="{FF2B5EF4-FFF2-40B4-BE49-F238E27FC236}">
                <a16:creationId xmlns:a16="http://schemas.microsoft.com/office/drawing/2014/main" id="{2B0B48A2-E7AE-A5BC-7A96-02C11B3CF1E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54651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464" userDrawn="1">
          <p15:clr>
            <a:srgbClr val="FBAE40"/>
          </p15:clr>
        </p15:guide>
        <p15:guide id="4" orient="horz" pos="372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 sz="700"/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CF844E2-7DD3-5EFE-AE5E-81B0CFE5301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82F325-2D02-0411-8AE8-50578E38A92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E15264E5-42CA-9E36-C725-56BBDC62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6BC073-828B-7A65-7060-227C228BD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40.BlankHeader" descr="Classification: Internal">
            <a:extLst>
              <a:ext uri="{FF2B5EF4-FFF2-40B4-BE49-F238E27FC236}">
                <a16:creationId xmlns:a16="http://schemas.microsoft.com/office/drawing/2014/main" id="{25C1D579-A056-DBDB-3D23-60C77FE05E4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445537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utomotive Dar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72AAB-4B75-2F25-BC32-9F4A7112CF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14BDECA-09B2-0BFC-42C2-308F528457C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71AB19D1-BC5F-3C4B-EDD2-BC8539BC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rgbClr val="5EEC6F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B4D5BA-54B7-AC73-A1BC-4825B5D0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40.Blank Automotive Dark GreenHeader" descr="Classification: Internal">
            <a:extLst>
              <a:ext uri="{FF2B5EF4-FFF2-40B4-BE49-F238E27FC236}">
                <a16:creationId xmlns:a16="http://schemas.microsoft.com/office/drawing/2014/main" id="{57BD6B0D-26CA-6ACC-B85C-7E27AED26E0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327767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Automotive Dar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EC7D47-3DF7-1D30-C3A9-A47CD4A022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5EEC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38" name="object 12">
            <a:extLst>
              <a:ext uri="{FF2B5EF4-FFF2-40B4-BE49-F238E27FC236}">
                <a16:creationId xmlns:a16="http://schemas.microsoft.com/office/drawing/2014/main" id="{4220A984-EF30-6E1A-F8E2-7C62137C70C0}"/>
              </a:ext>
            </a:extLst>
          </p:cNvPr>
          <p:cNvGrpSpPr/>
          <p:nvPr userDrawn="1"/>
        </p:nvGrpSpPr>
        <p:grpSpPr>
          <a:xfrm>
            <a:off x="349429" y="1267022"/>
            <a:ext cx="666571" cy="837025"/>
            <a:chOff x="520782" y="2111749"/>
            <a:chExt cx="1109980" cy="1393825"/>
          </a:xfrm>
        </p:grpSpPr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9EAF4BC3-EFAF-5E08-D630-5F8FF8953398}"/>
                </a:ext>
              </a:extLst>
            </p:cNvPr>
            <p:cNvSpPr/>
            <p:nvPr/>
          </p:nvSpPr>
          <p:spPr>
            <a:xfrm>
              <a:off x="795950" y="2116984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596942C6-08D6-015B-2394-0C8DA250B3B0}"/>
                </a:ext>
              </a:extLst>
            </p:cNvPr>
            <p:cNvSpPr/>
            <p:nvPr/>
          </p:nvSpPr>
          <p:spPr>
            <a:xfrm>
              <a:off x="871409" y="2116990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A0CD8D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667A3EC8-FC2A-A94F-60FB-663727C43D62}"/>
                </a:ext>
              </a:extLst>
            </p:cNvPr>
            <p:cNvSpPr/>
            <p:nvPr/>
          </p:nvSpPr>
          <p:spPr>
            <a:xfrm>
              <a:off x="946868" y="2116993"/>
              <a:ext cx="678815" cy="1383665"/>
            </a:xfrm>
            <a:custGeom>
              <a:avLst/>
              <a:gdLst/>
              <a:ahLst/>
              <a:cxnLst/>
              <a:rect l="l" t="t" r="r" b="b"/>
              <a:pathLst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528559" y="0"/>
                  </a:moveTo>
                  <a:lnTo>
                    <a:pt x="0" y="1383088"/>
                  </a:lnTo>
                </a:path>
                <a:path w="678814" h="1383664">
                  <a:moveTo>
                    <a:pt x="678639" y="0"/>
                  </a:moveTo>
                  <a:lnTo>
                    <a:pt x="150079" y="138308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6F602140-C002-0FC7-AE32-35E2530D1D49}"/>
                </a:ext>
              </a:extLst>
            </p:cNvPr>
            <p:cNvSpPr/>
            <p:nvPr/>
          </p:nvSpPr>
          <p:spPr>
            <a:xfrm>
              <a:off x="1022332" y="2116990"/>
              <a:ext cx="528320" cy="1383665"/>
            </a:xfrm>
            <a:custGeom>
              <a:avLst/>
              <a:gdLst/>
              <a:ahLst/>
              <a:cxnLst/>
              <a:rect l="l" t="t" r="r" b="b"/>
              <a:pathLst>
                <a:path w="528319" h="1383664">
                  <a:moveTo>
                    <a:pt x="527711" y="0"/>
                  </a:moveTo>
                  <a:lnTo>
                    <a:pt x="0" y="1383099"/>
                  </a:lnTo>
                </a:path>
              </a:pathLst>
            </a:custGeom>
            <a:ln w="10470">
              <a:solidFill>
                <a:srgbClr val="A0CD8D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3F0BA598-09D3-86CB-F3B5-7E314A525820}"/>
                </a:ext>
              </a:extLst>
            </p:cNvPr>
            <p:cNvSpPr/>
            <p:nvPr/>
          </p:nvSpPr>
          <p:spPr>
            <a:xfrm>
              <a:off x="526017" y="2299488"/>
              <a:ext cx="730250" cy="1044575"/>
            </a:xfrm>
            <a:custGeom>
              <a:avLst/>
              <a:gdLst/>
              <a:ahLst/>
              <a:cxnLst/>
              <a:rect l="l" t="t" r="r" b="b"/>
              <a:pathLst>
                <a:path w="730250" h="1044575">
                  <a:moveTo>
                    <a:pt x="372407" y="923678"/>
                  </a:moveTo>
                  <a:lnTo>
                    <a:pt x="268630" y="923678"/>
                  </a:lnTo>
                  <a:lnTo>
                    <a:pt x="268630" y="1044355"/>
                  </a:lnTo>
                  <a:lnTo>
                    <a:pt x="6575" y="1044355"/>
                  </a:lnTo>
                  <a:lnTo>
                    <a:pt x="6575" y="429117"/>
                  </a:lnTo>
                  <a:lnTo>
                    <a:pt x="201145" y="310262"/>
                  </a:lnTo>
                  <a:lnTo>
                    <a:pt x="320555" y="0"/>
                  </a:lnTo>
                  <a:lnTo>
                    <a:pt x="729988" y="0"/>
                  </a:lnTo>
                </a:path>
                <a:path w="730250" h="1044575">
                  <a:moveTo>
                    <a:pt x="268630" y="923689"/>
                  </a:moveTo>
                  <a:lnTo>
                    <a:pt x="0" y="779913"/>
                  </a:lnTo>
                </a:path>
                <a:path w="730250" h="1044575">
                  <a:moveTo>
                    <a:pt x="201145" y="310807"/>
                  </a:moveTo>
                  <a:lnTo>
                    <a:pt x="610368" y="310807"/>
                  </a:lnTo>
                </a:path>
                <a:path w="730250" h="1044575">
                  <a:moveTo>
                    <a:pt x="201177" y="310587"/>
                  </a:moveTo>
                  <a:lnTo>
                    <a:pt x="168089" y="224631"/>
                  </a:lnTo>
                  <a:lnTo>
                    <a:pt x="49370" y="224631"/>
                  </a:lnTo>
                  <a:lnTo>
                    <a:pt x="49370" y="310838"/>
                  </a:lnTo>
                  <a:lnTo>
                    <a:pt x="201177" y="310838"/>
                  </a:lnTo>
                </a:path>
                <a:path w="730250" h="1044575">
                  <a:moveTo>
                    <a:pt x="558621" y="444834"/>
                  </a:moveTo>
                  <a:lnTo>
                    <a:pt x="357036" y="445567"/>
                  </a:lnTo>
                  <a:lnTo>
                    <a:pt x="457766" y="707287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44" name="object 18">
              <a:extLst>
                <a:ext uri="{FF2B5EF4-FFF2-40B4-BE49-F238E27FC236}">
                  <a16:creationId xmlns:a16="http://schemas.microsoft.com/office/drawing/2014/main" id="{65A6F000-6DB8-2D8C-9D23-04A5F267E30E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694" y="2731898"/>
              <a:ext cx="186884" cy="18556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DBB593-2139-0F1C-4724-3979183679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F52FF77-E394-433B-DD8F-B8AD5CA9D3D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1FED1D0-7731-E5E8-681D-68F01AC9C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C3DEFF-2C97-366F-154D-D468A4A6F8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40.CoverAutomotive Dark GreenHeader" descr="Classification: Internal">
            <a:extLst>
              <a:ext uri="{FF2B5EF4-FFF2-40B4-BE49-F238E27FC236}">
                <a16:creationId xmlns:a16="http://schemas.microsoft.com/office/drawing/2014/main" id="{E73B6DA5-FD1D-78D0-E0EE-653E65C7602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84072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otiv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7"/>
            <a:ext cx="4350335" cy="17208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B18A12-64EF-C999-98FF-5C256D331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2A237FD-243E-F7DE-6A21-C0BFA5F3C9A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D2DE003-0D9A-4995-1702-E3984259CEA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7778" b="17841"/>
          <a:stretch/>
        </p:blipFill>
        <p:spPr>
          <a:xfrm>
            <a:off x="3206998" y="148040"/>
            <a:ext cx="7896353" cy="6228000"/>
          </a:xfrm>
          <a:prstGeom prst="rect">
            <a:avLst/>
          </a:prstGeom>
        </p:spPr>
      </p:pic>
      <p:sp>
        <p:nvSpPr>
          <p:cNvPr id="3" name="hcSlideMaster40.Automotive SeparatorHeader" descr="Classification: Internal">
            <a:extLst>
              <a:ext uri="{FF2B5EF4-FFF2-40B4-BE49-F238E27FC236}">
                <a16:creationId xmlns:a16="http://schemas.microsoft.com/office/drawing/2014/main" id="{0FF73847-CDA0-CB58-75EE-662E782666C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1528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otiv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40.Automotive Separator 1Header" descr="Classification: Internal">
            <a:extLst>
              <a:ext uri="{FF2B5EF4-FFF2-40B4-BE49-F238E27FC236}">
                <a16:creationId xmlns:a16="http://schemas.microsoft.com/office/drawing/2014/main" id="{31B88FEE-2C98-51C6-6BED-F282237043E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21015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8F120E7E-F773-E7BC-D998-12FB871DE60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1EF069-B5B1-5375-790D-672448B874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F36DA8-9FED-76BB-4381-1FBFE3A27B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52774-4AE5-A349-6E94-A62029CCE0CB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 sz="700"/>
              <a:t>© Copyright 2026 Tata Technologies. All rights reserved. All other trademarks are trademarks of their respective owners.</a:t>
            </a:r>
          </a:p>
        </p:txBody>
      </p:sp>
      <p:sp>
        <p:nvSpPr>
          <p:cNvPr id="7" name="hcSlideMaster40.Title onlyHeader" descr="Classification: Internal">
            <a:extLst>
              <a:ext uri="{FF2B5EF4-FFF2-40B4-BE49-F238E27FC236}">
                <a16:creationId xmlns:a16="http://schemas.microsoft.com/office/drawing/2014/main" id="{189E5796-CD46-0816-A0CA-F9932FA65E4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570300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rgbClr val="002B37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4" y="849280"/>
            <a:ext cx="322221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FF5FD16D-E844-CD82-184C-14BE1CA751A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49AD2-AA08-15DD-A5AF-499D676BE4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E1468F-B399-C334-D20B-658F431C6742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40.Content 1Header" descr="Classification: Internal">
            <a:extLst>
              <a:ext uri="{FF2B5EF4-FFF2-40B4-BE49-F238E27FC236}">
                <a16:creationId xmlns:a16="http://schemas.microsoft.com/office/drawing/2014/main" id="{14632721-70C8-ACBA-9AC8-ED1C7AB4B30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435099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E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70C8B42C-76E0-0B30-100F-2C7A111E305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5D11B3-A420-3B49-C9A4-6BA0ED4C29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F18FE-20FC-F311-CC25-F8BC7E842BEC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40.Content 2Header" descr="Classification: Internal">
            <a:extLst>
              <a:ext uri="{FF2B5EF4-FFF2-40B4-BE49-F238E27FC236}">
                <a16:creationId xmlns:a16="http://schemas.microsoft.com/office/drawing/2014/main" id="{EC215F2D-8DF8-85DE-990B-9946AE59012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9258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rgbClr val="002B37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ACDACD51-9515-C108-732D-2D3925E3D76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EE1AE6-4250-1EC1-7C1F-F4C43552D90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336B5F-6949-D907-2C56-D467C5AE481C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40.Content 3Header" descr="Classification: Internal">
            <a:extLst>
              <a:ext uri="{FF2B5EF4-FFF2-40B4-BE49-F238E27FC236}">
                <a16:creationId xmlns:a16="http://schemas.microsoft.com/office/drawing/2014/main" id="{C2C70034-989F-5450-1173-8DA67262A77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5110852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F29E6-1834-CC89-E241-4A65B6C2A8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589384E-9CF1-3065-EDEC-92FA446AB0D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3EC1276-B7F0-31B0-2AAD-98EC830BA66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7406" y="-659272"/>
            <a:ext cx="4565654" cy="7068864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8238491F-4B4D-B12D-1C99-B82C5A4490F4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5FEC70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5FEC70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5FC514E-FDB3-1D32-F4EB-C8B45A6EE65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CD50794-D38F-C077-79AB-1F3FC6A329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44E6BE-B447-2798-AE7B-6CAC23EF49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01B34F5-FF72-7A04-6A38-4917CE7D601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2" name="Rectangle 31">
            <a:hlinkClick r:id="rId11"/>
            <a:extLst>
              <a:ext uri="{FF2B5EF4-FFF2-40B4-BE49-F238E27FC236}">
                <a16:creationId xmlns:a16="http://schemas.microsoft.com/office/drawing/2014/main" id="{5EA77DC7-11F2-4D10-B62A-5855CFB89E8E}"/>
              </a:ext>
            </a:extLst>
          </p:cNvPr>
          <p:cNvSpPr/>
          <p:nvPr userDrawn="1"/>
        </p:nvSpPr>
        <p:spPr>
          <a:xfrm>
            <a:off x="9294798" y="2464824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2"/>
            <a:extLst>
              <a:ext uri="{FF2B5EF4-FFF2-40B4-BE49-F238E27FC236}">
                <a16:creationId xmlns:a16="http://schemas.microsoft.com/office/drawing/2014/main" id="{8463C6C4-6091-76BD-CD40-9677ED17EC11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3"/>
            <a:extLst>
              <a:ext uri="{FF2B5EF4-FFF2-40B4-BE49-F238E27FC236}">
                <a16:creationId xmlns:a16="http://schemas.microsoft.com/office/drawing/2014/main" id="{648F59CE-D2F9-4775-F65B-C144EDE9FC6B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4"/>
            <a:extLst>
              <a:ext uri="{FF2B5EF4-FFF2-40B4-BE49-F238E27FC236}">
                <a16:creationId xmlns:a16="http://schemas.microsoft.com/office/drawing/2014/main" id="{FBBC1CD0-3889-3409-4DA8-3A250D34D6FD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5"/>
            <a:extLst>
              <a:ext uri="{FF2B5EF4-FFF2-40B4-BE49-F238E27FC236}">
                <a16:creationId xmlns:a16="http://schemas.microsoft.com/office/drawing/2014/main" id="{70583E55-C496-02C0-1B1B-CE59B93AF3D7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Rectangle 49">
            <a:hlinkClick r:id="rId16"/>
            <a:extLst>
              <a:ext uri="{FF2B5EF4-FFF2-40B4-BE49-F238E27FC236}">
                <a16:creationId xmlns:a16="http://schemas.microsoft.com/office/drawing/2014/main" id="{E60F3F03-1133-51A6-6BD0-2E5B3FFD0B02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1" name="object 4">
            <a:extLst>
              <a:ext uri="{FF2B5EF4-FFF2-40B4-BE49-F238E27FC236}">
                <a16:creationId xmlns:a16="http://schemas.microsoft.com/office/drawing/2014/main" id="{C1A3A50A-6121-BB66-DFA6-23BE9E32BDEF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5FEC70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43FDF41-05EA-EB25-FE6C-62681531B07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C0E1E347-92C9-DCB3-73FA-4B4B6F553E8E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5FEC70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5FEC70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5FEC70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61A9C3-FF6C-DAA2-F718-72953E7C3605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5FEC70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64A3D9-EB07-F441-E6E5-DB6969D5C95C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5FEC70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5FEC70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5FEC70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40.Closing slideHeader" descr="Classification: Internal">
            <a:extLst>
              <a:ext uri="{FF2B5EF4-FFF2-40B4-BE49-F238E27FC236}">
                <a16:creationId xmlns:a16="http://schemas.microsoft.com/office/drawing/2014/main" id="{EEE51871-1FCE-335C-1D34-1BB5AF99216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05958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AC30AD0-203B-56F6-C745-92AB56E4370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B65CBA-EE93-A815-6F40-34AF1BD9AD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8" name="Title Placeholder 21">
            <a:extLst>
              <a:ext uri="{FF2B5EF4-FFF2-40B4-BE49-F238E27FC236}">
                <a16:creationId xmlns:a16="http://schemas.microsoft.com/office/drawing/2014/main" id="{0BFD1BE8-C246-4C26-327C-EFA5EDB0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E818DE4-C8B0-D98A-D99C-F9AE0D5A1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hcSlideMaster57.BlankHeader" descr="Classification: Internal">
            <a:extLst>
              <a:ext uri="{FF2B5EF4-FFF2-40B4-BE49-F238E27FC236}">
                <a16:creationId xmlns:a16="http://schemas.microsoft.com/office/drawing/2014/main" id="{CC7C3B2B-499C-6292-12A5-74C55CBC42F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36059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erospace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8AF02-3A19-9F7E-205D-6F4BAF89CD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8CEED01-D0F9-357D-73CD-5FDA579D07E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0C00BDCD-E121-177E-C9F3-05D1351A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D3D2F1-F005-2CC2-7CB0-1039F3D8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57.Blank Aerospace PurpleHeader" descr="Classification: Internal">
            <a:extLst>
              <a:ext uri="{FF2B5EF4-FFF2-40B4-BE49-F238E27FC236}">
                <a16:creationId xmlns:a16="http://schemas.microsoft.com/office/drawing/2014/main" id="{2D40C034-0383-2D10-A927-5EFD75209F0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311571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erospace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grpSp>
        <p:nvGrpSpPr>
          <p:cNvPr id="3" name="object 16">
            <a:extLst>
              <a:ext uri="{FF2B5EF4-FFF2-40B4-BE49-F238E27FC236}">
                <a16:creationId xmlns:a16="http://schemas.microsoft.com/office/drawing/2014/main" id="{E10A7DAA-8425-A61C-242E-E7A264B623F3}"/>
              </a:ext>
            </a:extLst>
          </p:cNvPr>
          <p:cNvGrpSpPr/>
          <p:nvPr userDrawn="1"/>
        </p:nvGrpSpPr>
        <p:grpSpPr>
          <a:xfrm>
            <a:off x="347961" y="1265117"/>
            <a:ext cx="671055" cy="842863"/>
            <a:chOff x="524974" y="2537873"/>
            <a:chExt cx="1106170" cy="1389380"/>
          </a:xfrm>
        </p:grpSpPr>
        <p:sp>
          <p:nvSpPr>
            <p:cNvPr id="5" name="object 17">
              <a:extLst>
                <a:ext uri="{FF2B5EF4-FFF2-40B4-BE49-F238E27FC236}">
                  <a16:creationId xmlns:a16="http://schemas.microsoft.com/office/drawing/2014/main" id="{0C042652-84D4-13B9-DA73-8B6B487E52EA}"/>
                </a:ext>
              </a:extLst>
            </p:cNvPr>
            <p:cNvSpPr/>
            <p:nvPr/>
          </p:nvSpPr>
          <p:spPr>
            <a:xfrm>
              <a:off x="796463" y="2543109"/>
              <a:ext cx="527685" cy="1378585"/>
            </a:xfrm>
            <a:custGeom>
              <a:avLst/>
              <a:gdLst/>
              <a:ahLst/>
              <a:cxnLst/>
              <a:rect l="l" t="t" r="r" b="b"/>
              <a:pathLst>
                <a:path w="527685" h="1378585">
                  <a:moveTo>
                    <a:pt x="527387" y="0"/>
                  </a:moveTo>
                  <a:lnTo>
                    <a:pt x="0" y="137840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6" name="object 18">
              <a:extLst>
                <a:ext uri="{FF2B5EF4-FFF2-40B4-BE49-F238E27FC236}">
                  <a16:creationId xmlns:a16="http://schemas.microsoft.com/office/drawing/2014/main" id="{CD51A019-F889-62EE-666E-3B75F8A8BBC2}"/>
                </a:ext>
              </a:extLst>
            </p:cNvPr>
            <p:cNvSpPr/>
            <p:nvPr/>
          </p:nvSpPr>
          <p:spPr>
            <a:xfrm>
              <a:off x="871877" y="2543111"/>
              <a:ext cx="527685" cy="1378585"/>
            </a:xfrm>
            <a:custGeom>
              <a:avLst/>
              <a:gdLst/>
              <a:ahLst/>
              <a:cxnLst/>
              <a:rect l="l" t="t" r="r" b="b"/>
              <a:pathLst>
                <a:path w="527685" h="1378585">
                  <a:moveTo>
                    <a:pt x="527387" y="0"/>
                  </a:moveTo>
                  <a:lnTo>
                    <a:pt x="0" y="1378408"/>
                  </a:lnTo>
                </a:path>
              </a:pathLst>
            </a:custGeom>
            <a:ln w="10470">
              <a:solidFill>
                <a:srgbClr val="6BC5D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7" name="object 19">
              <a:extLst>
                <a:ext uri="{FF2B5EF4-FFF2-40B4-BE49-F238E27FC236}">
                  <a16:creationId xmlns:a16="http://schemas.microsoft.com/office/drawing/2014/main" id="{42332A8C-AE58-1A27-6F1B-58368FFA6CD1}"/>
                </a:ext>
              </a:extLst>
            </p:cNvPr>
            <p:cNvSpPr/>
            <p:nvPr/>
          </p:nvSpPr>
          <p:spPr>
            <a:xfrm>
              <a:off x="947290" y="2543114"/>
              <a:ext cx="678815" cy="1378585"/>
            </a:xfrm>
            <a:custGeom>
              <a:avLst/>
              <a:gdLst/>
              <a:ahLst/>
              <a:cxnLst/>
              <a:rect l="l" t="t" r="r" b="b"/>
              <a:pathLst>
                <a:path w="678814" h="1378585">
                  <a:moveTo>
                    <a:pt x="528235" y="0"/>
                  </a:moveTo>
                  <a:lnTo>
                    <a:pt x="0" y="1378408"/>
                  </a:lnTo>
                </a:path>
                <a:path w="678814" h="1378585">
                  <a:moveTo>
                    <a:pt x="528235" y="0"/>
                  </a:moveTo>
                  <a:lnTo>
                    <a:pt x="0" y="1378408"/>
                  </a:lnTo>
                </a:path>
                <a:path w="678814" h="1378585">
                  <a:moveTo>
                    <a:pt x="678220" y="0"/>
                  </a:moveTo>
                  <a:lnTo>
                    <a:pt x="149984" y="137840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8" name="object 20">
              <a:extLst>
                <a:ext uri="{FF2B5EF4-FFF2-40B4-BE49-F238E27FC236}">
                  <a16:creationId xmlns:a16="http://schemas.microsoft.com/office/drawing/2014/main" id="{65EFDCC2-8032-5978-EA54-AC5B207BCB6F}"/>
                </a:ext>
              </a:extLst>
            </p:cNvPr>
            <p:cNvSpPr/>
            <p:nvPr/>
          </p:nvSpPr>
          <p:spPr>
            <a:xfrm>
              <a:off x="800191" y="2543116"/>
              <a:ext cx="749935" cy="1378585"/>
            </a:xfrm>
            <a:custGeom>
              <a:avLst/>
              <a:gdLst/>
              <a:ahLst/>
              <a:cxnLst/>
              <a:rect l="l" t="t" r="r" b="b"/>
              <a:pathLst>
                <a:path w="749935" h="1378585">
                  <a:moveTo>
                    <a:pt x="749903" y="0"/>
                  </a:moveTo>
                  <a:lnTo>
                    <a:pt x="220977" y="1378397"/>
                  </a:lnTo>
                </a:path>
                <a:path w="749935" h="1378585">
                  <a:moveTo>
                    <a:pt x="57652" y="678440"/>
                  </a:moveTo>
                  <a:lnTo>
                    <a:pt x="0" y="830226"/>
                  </a:lnTo>
                </a:path>
              </a:pathLst>
            </a:custGeom>
            <a:ln w="10470">
              <a:solidFill>
                <a:srgbClr val="6BC5D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9" name="object 21">
              <a:extLst>
                <a:ext uri="{FF2B5EF4-FFF2-40B4-BE49-F238E27FC236}">
                  <a16:creationId xmlns:a16="http://schemas.microsoft.com/office/drawing/2014/main" id="{8ACD3669-3667-09C1-35D7-FE7CAE2E3BE5}"/>
                </a:ext>
              </a:extLst>
            </p:cNvPr>
            <p:cNvSpPr/>
            <p:nvPr/>
          </p:nvSpPr>
          <p:spPr>
            <a:xfrm>
              <a:off x="729837" y="3608991"/>
              <a:ext cx="184785" cy="181610"/>
            </a:xfrm>
            <a:custGeom>
              <a:avLst/>
              <a:gdLst/>
              <a:ahLst/>
              <a:cxnLst/>
              <a:rect l="l" t="t" r="r" b="b"/>
              <a:pathLst>
                <a:path w="184784" h="181610">
                  <a:moveTo>
                    <a:pt x="184371" y="0"/>
                  </a:moveTo>
                  <a:lnTo>
                    <a:pt x="18376" y="95923"/>
                  </a:lnTo>
                  <a:lnTo>
                    <a:pt x="0" y="181544"/>
                  </a:lnTo>
                  <a:lnTo>
                    <a:pt x="127315" y="148634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22">
              <a:extLst>
                <a:ext uri="{FF2B5EF4-FFF2-40B4-BE49-F238E27FC236}">
                  <a16:creationId xmlns:a16="http://schemas.microsoft.com/office/drawing/2014/main" id="{81A1BF6D-D78D-317C-DF66-A5C1425B2D5A}"/>
                </a:ext>
              </a:extLst>
            </p:cNvPr>
            <p:cNvSpPr/>
            <p:nvPr/>
          </p:nvSpPr>
          <p:spPr>
            <a:xfrm>
              <a:off x="664007" y="3331668"/>
              <a:ext cx="31115" cy="80645"/>
            </a:xfrm>
            <a:custGeom>
              <a:avLst/>
              <a:gdLst/>
              <a:ahLst/>
              <a:cxnLst/>
              <a:rect l="l" t="t" r="r" b="b"/>
              <a:pathLst>
                <a:path w="31115" h="80645">
                  <a:moveTo>
                    <a:pt x="31035" y="0"/>
                  </a:moveTo>
                  <a:lnTo>
                    <a:pt x="0" y="80489"/>
                  </a:lnTo>
                </a:path>
              </a:pathLst>
            </a:custGeom>
            <a:ln w="10470">
              <a:solidFill>
                <a:srgbClr val="6BC5D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1" name="object 23">
              <a:extLst>
                <a:ext uri="{FF2B5EF4-FFF2-40B4-BE49-F238E27FC236}">
                  <a16:creationId xmlns:a16="http://schemas.microsoft.com/office/drawing/2014/main" id="{86038E00-ACE6-E162-85FE-71736BB558ED}"/>
                </a:ext>
              </a:extLst>
            </p:cNvPr>
            <p:cNvSpPr/>
            <p:nvPr/>
          </p:nvSpPr>
          <p:spPr>
            <a:xfrm>
              <a:off x="530210" y="2673627"/>
              <a:ext cx="646430" cy="775970"/>
            </a:xfrm>
            <a:custGeom>
              <a:avLst/>
              <a:gdLst/>
              <a:ahLst/>
              <a:cxnLst/>
              <a:rect l="l" t="t" r="r" b="b"/>
              <a:pathLst>
                <a:path w="646430" h="775970">
                  <a:moveTo>
                    <a:pt x="645844" y="253280"/>
                  </a:moveTo>
                  <a:lnTo>
                    <a:pt x="645844" y="155031"/>
                  </a:lnTo>
                  <a:lnTo>
                    <a:pt x="642656" y="119300"/>
                  </a:lnTo>
                  <a:lnTo>
                    <a:pt x="618041" y="52817"/>
                  </a:lnTo>
                  <a:lnTo>
                    <a:pt x="573518" y="5913"/>
                  </a:lnTo>
                  <a:lnTo>
                    <a:pt x="545773" y="0"/>
                  </a:lnTo>
                  <a:lnTo>
                    <a:pt x="518029" y="5913"/>
                  </a:lnTo>
                  <a:lnTo>
                    <a:pt x="473508" y="52817"/>
                  </a:lnTo>
                  <a:lnTo>
                    <a:pt x="448900" y="119300"/>
                  </a:lnTo>
                  <a:lnTo>
                    <a:pt x="445714" y="155031"/>
                  </a:lnTo>
                  <a:lnTo>
                    <a:pt x="445714" y="403998"/>
                  </a:lnTo>
                  <a:lnTo>
                    <a:pt x="22596" y="652388"/>
                  </a:lnTo>
                  <a:lnTo>
                    <a:pt x="0" y="775599"/>
                  </a:lnTo>
                  <a:lnTo>
                    <a:pt x="452164" y="646776"/>
                  </a:lnTo>
                  <a:lnTo>
                    <a:pt x="452164" y="75779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12" name="object 24">
              <a:extLst>
                <a:ext uri="{FF2B5EF4-FFF2-40B4-BE49-F238E27FC236}">
                  <a16:creationId xmlns:a16="http://schemas.microsoft.com/office/drawing/2014/main" id="{AE1B7256-3269-820B-0ED5-83239FCC8270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4176" y="3157015"/>
              <a:ext cx="108991" cy="146456"/>
            </a:xfrm>
            <a:prstGeom prst="rect">
              <a:avLst/>
            </a:prstGeom>
          </p:spPr>
        </p:pic>
        <p:pic>
          <p:nvPicPr>
            <p:cNvPr id="28" name="object 25">
              <a:extLst>
                <a:ext uri="{FF2B5EF4-FFF2-40B4-BE49-F238E27FC236}">
                  <a16:creationId xmlns:a16="http://schemas.microsoft.com/office/drawing/2014/main" id="{818ED931-57EE-23DA-EA51-60DB60677918}"/>
                </a:ext>
              </a:extLst>
            </p:cNvPr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8171" y="3067050"/>
              <a:ext cx="108980" cy="146445"/>
            </a:xfrm>
            <a:prstGeom prst="rect">
              <a:avLst/>
            </a:prstGeom>
          </p:spPr>
        </p:pic>
        <p:sp>
          <p:nvSpPr>
            <p:cNvPr id="33" name="object 26">
              <a:extLst>
                <a:ext uri="{FF2B5EF4-FFF2-40B4-BE49-F238E27FC236}">
                  <a16:creationId xmlns:a16="http://schemas.microsoft.com/office/drawing/2014/main" id="{C841E549-9088-8939-A2C6-AB8A42E0F393}"/>
                </a:ext>
              </a:extLst>
            </p:cNvPr>
            <p:cNvSpPr/>
            <p:nvPr/>
          </p:nvSpPr>
          <p:spPr>
            <a:xfrm>
              <a:off x="1076936" y="2938111"/>
              <a:ext cx="0" cy="247015"/>
            </a:xfrm>
            <a:custGeom>
              <a:avLst/>
              <a:gdLst/>
              <a:ahLst/>
              <a:cxnLst/>
              <a:rect l="l" t="t" r="r" b="b"/>
              <a:pathLst>
                <a:path h="247014">
                  <a:moveTo>
                    <a:pt x="0" y="0"/>
                  </a:moveTo>
                  <a:lnTo>
                    <a:pt x="0" y="246987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C53D5D60-CA1B-2567-33DB-3482803781B9}"/>
                </a:ext>
              </a:extLst>
            </p:cNvPr>
            <p:cNvSpPr/>
            <p:nvPr/>
          </p:nvSpPr>
          <p:spPr>
            <a:xfrm>
              <a:off x="1028604" y="2768443"/>
              <a:ext cx="99695" cy="46990"/>
            </a:xfrm>
            <a:custGeom>
              <a:avLst/>
              <a:gdLst/>
              <a:ahLst/>
              <a:cxnLst/>
              <a:rect l="l" t="t" r="r" b="b"/>
              <a:pathLst>
                <a:path w="99694" h="46989">
                  <a:moveTo>
                    <a:pt x="99326" y="46721"/>
                  </a:moveTo>
                  <a:lnTo>
                    <a:pt x="0" y="46721"/>
                  </a:lnTo>
                  <a:lnTo>
                    <a:pt x="8010" y="20711"/>
                  </a:lnTo>
                  <a:lnTo>
                    <a:pt x="12227" y="12289"/>
                  </a:lnTo>
                  <a:lnTo>
                    <a:pt x="18800" y="5745"/>
                  </a:lnTo>
                  <a:lnTo>
                    <a:pt x="27140" y="1507"/>
                  </a:lnTo>
                  <a:lnTo>
                    <a:pt x="36658" y="0"/>
                  </a:lnTo>
                  <a:lnTo>
                    <a:pt x="62668" y="0"/>
                  </a:lnTo>
                  <a:lnTo>
                    <a:pt x="99326" y="46721"/>
                  </a:lnTo>
                  <a:close/>
                </a:path>
              </a:pathLst>
            </a:custGeom>
            <a:ln w="10470">
              <a:solidFill>
                <a:srgbClr val="6BC5D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397827-DF0B-A4DF-19D8-0624C34D276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5A8A7E4E-790A-357C-C4A0-1D2D747802D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C779E27A-0665-920E-3C7D-E32C7BD7DA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332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/>
              <a:t>Click to edit title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802DEDDA-458D-47D1-14AD-2D9926DED0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40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GB"/>
              <a:t>Click here to edit subheading</a:t>
            </a:r>
            <a:endParaRPr lang="en-US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FC8E5F86-A930-31EA-EF2D-5BB52BA48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57.Cover Aerospace PurpleHeader" descr="Classification: Internal">
            <a:extLst>
              <a:ext uri="{FF2B5EF4-FFF2-40B4-BE49-F238E27FC236}">
                <a16:creationId xmlns:a16="http://schemas.microsoft.com/office/drawing/2014/main" id="{8089B2F8-3252-AA89-2AD8-5FB423BEA88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01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ca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5111B-3D43-5230-8371-E4CB34F33D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1F0CA55-66CE-5362-726B-2599F843D9B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DA2041-42A4-E9FF-57FB-D969BD811A0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1874" y="231867"/>
            <a:ext cx="4149695" cy="6343104"/>
          </a:xfrm>
          <a:prstGeom prst="rect">
            <a:avLst/>
          </a:prstGeom>
        </p:spPr>
      </p:pic>
      <p:sp>
        <p:nvSpPr>
          <p:cNvPr id="2" name="hcSlideMaster57.Aerospcae SeparatorHeader" descr="Classification: Internal">
            <a:extLst>
              <a:ext uri="{FF2B5EF4-FFF2-40B4-BE49-F238E27FC236}">
                <a16:creationId xmlns:a16="http://schemas.microsoft.com/office/drawing/2014/main" id="{6378ECB7-06AB-01C2-8DE7-EA629606DE9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3486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ac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57.Aerospace Separator 1Header" descr="Classification: Internal">
            <a:extLst>
              <a:ext uri="{FF2B5EF4-FFF2-40B4-BE49-F238E27FC236}">
                <a16:creationId xmlns:a16="http://schemas.microsoft.com/office/drawing/2014/main" id="{6438F6C6-DA60-8318-803A-0D9D1E45984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28327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74292-E203-3499-3BE4-28D3E0763EA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A163D1-F5AA-6262-0442-537C119EA4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755C2FD-0260-8312-4E74-505CE1DBB4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57.Title onlyHeader" descr="Classification: Internal">
            <a:extLst>
              <a:ext uri="{FF2B5EF4-FFF2-40B4-BE49-F238E27FC236}">
                <a16:creationId xmlns:a16="http://schemas.microsoft.com/office/drawing/2014/main" id="{6A56EDDC-DB2A-B89F-9E3A-07A77233C4A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524989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3" y="849280"/>
            <a:ext cx="3830947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3FF807-1054-EBAF-C4AF-7A6AAAE280C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45214-C27B-C9A7-E846-7CF73AA4BB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4" name="hcSlideMaster57.Content 1Header" descr="Classification: Internal">
            <a:extLst>
              <a:ext uri="{FF2B5EF4-FFF2-40B4-BE49-F238E27FC236}">
                <a16:creationId xmlns:a16="http://schemas.microsoft.com/office/drawing/2014/main" id="{D6B6D361-FCEA-054E-FD42-12007E2E358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9876597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E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00F51FAF-5C39-6DF9-93A2-E115B35BE26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9668A-C7B1-0FC8-F400-5996293E9E1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hcSlideMaster57.Content 2Header" descr="Classification: Internal">
            <a:extLst>
              <a:ext uri="{FF2B5EF4-FFF2-40B4-BE49-F238E27FC236}">
                <a16:creationId xmlns:a16="http://schemas.microsoft.com/office/drawing/2014/main" id="{F8DE8A79-62A3-4B1A-61C9-FB903D49A77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056756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D8D372C-45A4-81C8-EF98-6E817A88ABD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B4D872-5FB7-6E25-35C6-BEE8D594CF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57.Content 3Header" descr="Classification: Internal">
            <a:extLst>
              <a:ext uri="{FF2B5EF4-FFF2-40B4-BE49-F238E27FC236}">
                <a16:creationId xmlns:a16="http://schemas.microsoft.com/office/drawing/2014/main" id="{C4A6FC8C-A8CD-1EC7-85D0-FA2B472F31C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39810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77998-F253-5053-C3B9-DE5A0CC106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A14838D-0ED2-A182-C7C7-3404B5342B7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FE79E2C-8FA6-80F3-DDBE-9FCE582FF20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3962" y="214453"/>
            <a:ext cx="3443722" cy="6230309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6683C997-00A9-5C6E-F557-9813A5F80DD6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42E3E6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42E3E6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C7C0875-B513-54F1-69D4-0FB6AC4B5E0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8956106-7C8F-2E5F-97AD-D3BD556AFFB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F099A7D-F956-0EB2-0829-F04591C9FE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43B6632-533E-84B2-6298-B9F32B29D22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F834E559-5490-674A-26AD-C201A0439F77}"/>
              </a:ext>
            </a:extLst>
          </p:cNvPr>
          <p:cNvSpPr/>
          <p:nvPr userDrawn="1"/>
        </p:nvSpPr>
        <p:spPr>
          <a:xfrm>
            <a:off x="9288922" y="2480556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BD88039C-EDFF-F27A-29F1-9B1AC46EC597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1901333E-9987-3160-669C-3B4FDE0FA294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0187A098-7991-1206-E43A-28B3922E820D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4BEEF5FD-985B-D7B2-EDA9-79ADB4F43C96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20DFECE7-6D20-4292-E25B-8C0EAD99A7F9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AE82A844-E9CB-A58E-D07A-DCF96E68728E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42E3E6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2E0306F-3FA1-7DE5-6DC6-93647BC7B15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71465CCE-F38D-6E58-BF46-B633B0CA6B0F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42E3E6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42E3E6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42E3E6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42E3E6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7CFAE21-66AF-0D7C-2FB0-316D11684AA3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42E3E6"/>
                </a:solidFill>
                <a:latin typeface="DMSans-Medium"/>
                <a:cs typeface="DMSans-Medium"/>
              </a:rPr>
              <a:t>EUROPE</a:t>
            </a:r>
            <a:r>
              <a:rPr sz="1100" spc="83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endParaRPr sz="1100"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11FA428-C4E3-F466-E637-1AD98AA6410B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42E3E6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42E3E6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42E3E6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42E3E6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57.Closing slideHeader" descr="Classification: Internal">
            <a:extLst>
              <a:ext uri="{FF2B5EF4-FFF2-40B4-BE49-F238E27FC236}">
                <a16:creationId xmlns:a16="http://schemas.microsoft.com/office/drawing/2014/main" id="{4392C1C8-4C10-6756-535D-2545E3BB71A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848437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9D96F09-BD72-097A-DB8D-AD79517F97D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6F5D6-8EE5-D8AF-5D0F-F21D29BC2D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28CAF5F5-0334-7524-CBE3-C9DCB12B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57D9191-3E4F-F18F-5AC6-4B8C37C5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67.BlankHeader" descr="Classification: Internal">
            <a:extLst>
              <a:ext uri="{FF2B5EF4-FFF2-40B4-BE49-F238E27FC236}">
                <a16:creationId xmlns:a16="http://schemas.microsoft.com/office/drawing/2014/main" id="{1A2C3D3C-D697-F41B-62E4-6F7561CE925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67588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IHM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C01974-9D8D-1A0A-103B-6A7E62C661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6CB25F9-7341-3549-D2DA-BEEF4B1B320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6107EB60-A691-B824-CA30-6631A480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56661F0-470F-B209-3598-02763001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67.Blank IHM blueHeader" descr="Classification: Internal">
            <a:extLst>
              <a:ext uri="{FF2B5EF4-FFF2-40B4-BE49-F238E27FC236}">
                <a16:creationId xmlns:a16="http://schemas.microsoft.com/office/drawing/2014/main" id="{F47F6E09-CDCC-DB85-6AC9-4D9790FCAD4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31771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HM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50" name="object 17">
            <a:extLst>
              <a:ext uri="{FF2B5EF4-FFF2-40B4-BE49-F238E27FC236}">
                <a16:creationId xmlns:a16="http://schemas.microsoft.com/office/drawing/2014/main" id="{2D5EA08B-D377-5990-A151-06E04BF93642}"/>
              </a:ext>
            </a:extLst>
          </p:cNvPr>
          <p:cNvGrpSpPr/>
          <p:nvPr userDrawn="1"/>
        </p:nvGrpSpPr>
        <p:grpSpPr>
          <a:xfrm>
            <a:off x="353513" y="1269196"/>
            <a:ext cx="662447" cy="835409"/>
            <a:chOff x="523545" y="2537875"/>
            <a:chExt cx="1101725" cy="1389380"/>
          </a:xfrm>
        </p:grpSpPr>
        <p:sp>
          <p:nvSpPr>
            <p:cNvPr id="51" name="object 18">
              <a:extLst>
                <a:ext uri="{FF2B5EF4-FFF2-40B4-BE49-F238E27FC236}">
                  <a16:creationId xmlns:a16="http://schemas.microsoft.com/office/drawing/2014/main" id="{4E3E6359-9840-8B89-CA44-3709DA905D77}"/>
                </a:ext>
              </a:extLst>
            </p:cNvPr>
            <p:cNvSpPr/>
            <p:nvPr/>
          </p:nvSpPr>
          <p:spPr>
            <a:xfrm>
              <a:off x="665649" y="2725630"/>
              <a:ext cx="382270" cy="700405"/>
            </a:xfrm>
            <a:custGeom>
              <a:avLst/>
              <a:gdLst/>
              <a:ahLst/>
              <a:cxnLst/>
              <a:rect l="l" t="t" r="r" b="b"/>
              <a:pathLst>
                <a:path w="382269" h="700404">
                  <a:moveTo>
                    <a:pt x="154361" y="212412"/>
                  </a:moveTo>
                  <a:lnTo>
                    <a:pt x="94384" y="370124"/>
                  </a:lnTo>
                </a:path>
                <a:path w="382269" h="700404">
                  <a:moveTo>
                    <a:pt x="28951" y="0"/>
                  </a:moveTo>
                  <a:lnTo>
                    <a:pt x="0" y="76144"/>
                  </a:lnTo>
                </a:path>
                <a:path w="382269" h="700404">
                  <a:moveTo>
                    <a:pt x="314210" y="700240"/>
                  </a:moveTo>
                  <a:lnTo>
                    <a:pt x="219930" y="700240"/>
                  </a:lnTo>
                  <a:lnTo>
                    <a:pt x="213166" y="682450"/>
                  </a:lnTo>
                  <a:lnTo>
                    <a:pt x="277352" y="524685"/>
                  </a:lnTo>
                  <a:lnTo>
                    <a:pt x="381653" y="524685"/>
                  </a:lnTo>
                </a:path>
              </a:pathLst>
            </a:custGeom>
            <a:ln w="10470">
              <a:solidFill>
                <a:srgbClr val="F5991A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2" name="object 19">
              <a:extLst>
                <a:ext uri="{FF2B5EF4-FFF2-40B4-BE49-F238E27FC236}">
                  <a16:creationId xmlns:a16="http://schemas.microsoft.com/office/drawing/2014/main" id="{FF83681F-8460-9472-FE19-5FC8FA760FA2}"/>
                </a:ext>
              </a:extLst>
            </p:cNvPr>
            <p:cNvSpPr/>
            <p:nvPr/>
          </p:nvSpPr>
          <p:spPr>
            <a:xfrm>
              <a:off x="621253" y="2643850"/>
              <a:ext cx="305435" cy="702310"/>
            </a:xfrm>
            <a:custGeom>
              <a:avLst/>
              <a:gdLst/>
              <a:ahLst/>
              <a:cxnLst/>
              <a:rect l="l" t="t" r="r" b="b"/>
              <a:pathLst>
                <a:path w="305434" h="702310">
                  <a:moveTo>
                    <a:pt x="304995" y="545993"/>
                  </a:moveTo>
                  <a:lnTo>
                    <a:pt x="227835" y="343089"/>
                  </a:lnTo>
                  <a:lnTo>
                    <a:pt x="24041" y="0"/>
                  </a:lnTo>
                  <a:lnTo>
                    <a:pt x="0" y="12051"/>
                  </a:lnTo>
                  <a:lnTo>
                    <a:pt x="112823" y="384407"/>
                  </a:lnTo>
                  <a:lnTo>
                    <a:pt x="233657" y="702135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53" name="object 20">
              <a:extLst>
                <a:ext uri="{FF2B5EF4-FFF2-40B4-BE49-F238E27FC236}">
                  <a16:creationId xmlns:a16="http://schemas.microsoft.com/office/drawing/2014/main" id="{04CA120D-C5FE-D660-49DE-BAEF2667694E}"/>
                </a:ext>
              </a:extLst>
            </p:cNvPr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994" y="3602983"/>
              <a:ext cx="73136" cy="73270"/>
            </a:xfrm>
            <a:prstGeom prst="rect">
              <a:avLst/>
            </a:prstGeom>
          </p:spPr>
        </p:pic>
        <p:pic>
          <p:nvPicPr>
            <p:cNvPr id="54" name="object 21">
              <a:extLst>
                <a:ext uri="{FF2B5EF4-FFF2-40B4-BE49-F238E27FC236}">
                  <a16:creationId xmlns:a16="http://schemas.microsoft.com/office/drawing/2014/main" id="{DD47919F-5DFF-00D5-D414-BAD72FAC5F77}"/>
                </a:ext>
              </a:extLst>
            </p:cNvPr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3374" y="3571005"/>
              <a:ext cx="161607" cy="137608"/>
            </a:xfrm>
            <a:prstGeom prst="rect">
              <a:avLst/>
            </a:prstGeom>
          </p:spPr>
        </p:pic>
        <p:sp>
          <p:nvSpPr>
            <p:cNvPr id="55" name="object 22">
              <a:extLst>
                <a:ext uri="{FF2B5EF4-FFF2-40B4-BE49-F238E27FC236}">
                  <a16:creationId xmlns:a16="http://schemas.microsoft.com/office/drawing/2014/main" id="{197B4110-A12A-E519-80A4-07722BBDD080}"/>
                </a:ext>
              </a:extLst>
            </p:cNvPr>
            <p:cNvSpPr/>
            <p:nvPr/>
          </p:nvSpPr>
          <p:spPr>
            <a:xfrm>
              <a:off x="663817" y="2675032"/>
              <a:ext cx="490855" cy="858519"/>
            </a:xfrm>
            <a:custGeom>
              <a:avLst/>
              <a:gdLst/>
              <a:ahLst/>
              <a:cxnLst/>
              <a:rect l="l" t="t" r="r" b="b"/>
              <a:pathLst>
                <a:path w="490855" h="858520">
                  <a:moveTo>
                    <a:pt x="274661" y="858424"/>
                  </a:moveTo>
                  <a:lnTo>
                    <a:pt x="160728" y="858424"/>
                  </a:lnTo>
                  <a:lnTo>
                    <a:pt x="160728" y="745265"/>
                  </a:lnTo>
                  <a:lnTo>
                    <a:pt x="254274" y="516287"/>
                  </a:lnTo>
                  <a:lnTo>
                    <a:pt x="404019" y="516287"/>
                  </a:lnTo>
                </a:path>
                <a:path w="490855" h="858520">
                  <a:moveTo>
                    <a:pt x="0" y="0"/>
                  </a:moveTo>
                  <a:lnTo>
                    <a:pt x="490801" y="295802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56" name="object 23">
              <a:extLst>
                <a:ext uri="{FF2B5EF4-FFF2-40B4-BE49-F238E27FC236}">
                  <a16:creationId xmlns:a16="http://schemas.microsoft.com/office/drawing/2014/main" id="{D8FB6E8A-89B8-A387-865D-1C37890D9707}"/>
                </a:ext>
              </a:extLst>
            </p:cNvPr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8700" y="3280316"/>
              <a:ext cx="105227" cy="105227"/>
            </a:xfrm>
            <a:prstGeom prst="rect">
              <a:avLst/>
            </a:prstGeom>
          </p:spPr>
        </p:pic>
        <p:sp>
          <p:nvSpPr>
            <p:cNvPr id="57" name="object 24">
              <a:extLst>
                <a:ext uri="{FF2B5EF4-FFF2-40B4-BE49-F238E27FC236}">
                  <a16:creationId xmlns:a16="http://schemas.microsoft.com/office/drawing/2014/main" id="{A9176FC2-517F-9B29-ADFF-E56CB0CCB20E}"/>
                </a:ext>
              </a:extLst>
            </p:cNvPr>
            <p:cNvSpPr/>
            <p:nvPr/>
          </p:nvSpPr>
          <p:spPr>
            <a:xfrm>
              <a:off x="592284" y="2684982"/>
              <a:ext cx="60325" cy="542925"/>
            </a:xfrm>
            <a:custGeom>
              <a:avLst/>
              <a:gdLst/>
              <a:ahLst/>
              <a:cxnLst/>
              <a:rect l="l" t="t" r="r" b="b"/>
              <a:pathLst>
                <a:path w="60325" h="542925">
                  <a:moveTo>
                    <a:pt x="31852" y="0"/>
                  </a:moveTo>
                  <a:lnTo>
                    <a:pt x="19454" y="2517"/>
                  </a:lnTo>
                  <a:lnTo>
                    <a:pt x="9329" y="9383"/>
                  </a:lnTo>
                  <a:lnTo>
                    <a:pt x="2503" y="19564"/>
                  </a:lnTo>
                  <a:lnTo>
                    <a:pt x="0" y="32030"/>
                  </a:lnTo>
                  <a:lnTo>
                    <a:pt x="2503" y="44502"/>
                  </a:lnTo>
                  <a:lnTo>
                    <a:pt x="9329" y="54686"/>
                  </a:lnTo>
                  <a:lnTo>
                    <a:pt x="19454" y="61553"/>
                  </a:lnTo>
                  <a:lnTo>
                    <a:pt x="31852" y="64071"/>
                  </a:lnTo>
                  <a:lnTo>
                    <a:pt x="39705" y="64071"/>
                  </a:lnTo>
                  <a:lnTo>
                    <a:pt x="46899" y="61202"/>
                  </a:lnTo>
                  <a:lnTo>
                    <a:pt x="52459" y="56459"/>
                  </a:lnTo>
                </a:path>
                <a:path w="60325" h="542925">
                  <a:moveTo>
                    <a:pt x="31852" y="64071"/>
                  </a:moveTo>
                  <a:lnTo>
                    <a:pt x="31852" y="485880"/>
                  </a:lnTo>
                  <a:lnTo>
                    <a:pt x="20916" y="488100"/>
                  </a:lnTo>
                  <a:lnTo>
                    <a:pt x="11986" y="494156"/>
                  </a:lnTo>
                  <a:lnTo>
                    <a:pt x="5966" y="503139"/>
                  </a:lnTo>
                  <a:lnTo>
                    <a:pt x="3759" y="514141"/>
                  </a:lnTo>
                  <a:lnTo>
                    <a:pt x="5966" y="525139"/>
                  </a:lnTo>
                  <a:lnTo>
                    <a:pt x="11986" y="534122"/>
                  </a:lnTo>
                  <a:lnTo>
                    <a:pt x="20916" y="540180"/>
                  </a:lnTo>
                  <a:lnTo>
                    <a:pt x="31852" y="542402"/>
                  </a:lnTo>
                  <a:lnTo>
                    <a:pt x="42788" y="540180"/>
                  </a:lnTo>
                  <a:lnTo>
                    <a:pt x="51718" y="534122"/>
                  </a:lnTo>
                  <a:lnTo>
                    <a:pt x="57738" y="525139"/>
                  </a:lnTo>
                  <a:lnTo>
                    <a:pt x="59945" y="514141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pic>
          <p:nvPicPr>
            <p:cNvPr id="58" name="object 25">
              <a:extLst>
                <a:ext uri="{FF2B5EF4-FFF2-40B4-BE49-F238E27FC236}">
                  <a16:creationId xmlns:a16="http://schemas.microsoft.com/office/drawing/2014/main" id="{F0A42030-A6C8-1CD9-E7E1-705230002CE9}"/>
                </a:ext>
              </a:extLst>
            </p:cNvPr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3545" y="3222141"/>
              <a:ext cx="201182" cy="202302"/>
            </a:xfrm>
            <a:prstGeom prst="rect">
              <a:avLst/>
            </a:prstGeom>
          </p:spPr>
        </p:pic>
        <p:sp>
          <p:nvSpPr>
            <p:cNvPr id="59" name="object 26">
              <a:extLst>
                <a:ext uri="{FF2B5EF4-FFF2-40B4-BE49-F238E27FC236}">
                  <a16:creationId xmlns:a16="http://schemas.microsoft.com/office/drawing/2014/main" id="{63399DEA-7F26-54C0-BCAD-6892016C6F85}"/>
                </a:ext>
              </a:extLst>
            </p:cNvPr>
            <p:cNvSpPr/>
            <p:nvPr/>
          </p:nvSpPr>
          <p:spPr>
            <a:xfrm>
              <a:off x="709652" y="2832799"/>
              <a:ext cx="165100" cy="398780"/>
            </a:xfrm>
            <a:custGeom>
              <a:avLst/>
              <a:gdLst/>
              <a:ahLst/>
              <a:cxnLst/>
              <a:rect l="l" t="t" r="r" b="b"/>
              <a:pathLst>
                <a:path w="165100" h="398780">
                  <a:moveTo>
                    <a:pt x="164633" y="226569"/>
                  </a:moveTo>
                  <a:lnTo>
                    <a:pt x="99578" y="398260"/>
                  </a:lnTo>
                </a:path>
                <a:path w="165100" h="398780">
                  <a:moveTo>
                    <a:pt x="45590" y="0"/>
                  </a:moveTo>
                  <a:lnTo>
                    <a:pt x="0" y="120331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EF014E51-7FA7-8AB5-78F4-885536863CDF}"/>
                </a:ext>
              </a:extLst>
            </p:cNvPr>
            <p:cNvSpPr/>
            <p:nvPr/>
          </p:nvSpPr>
          <p:spPr>
            <a:xfrm>
              <a:off x="866268" y="2543114"/>
              <a:ext cx="678815" cy="1378585"/>
            </a:xfrm>
            <a:custGeom>
              <a:avLst/>
              <a:gdLst/>
              <a:ahLst/>
              <a:cxnLst/>
              <a:rect l="l" t="t" r="r" b="b"/>
              <a:pathLst>
                <a:path w="678815" h="1378585">
                  <a:moveTo>
                    <a:pt x="528224" y="0"/>
                  </a:moveTo>
                  <a:lnTo>
                    <a:pt x="0" y="1378408"/>
                  </a:lnTo>
                </a:path>
                <a:path w="678815" h="1378585">
                  <a:moveTo>
                    <a:pt x="678209" y="0"/>
                  </a:moveTo>
                  <a:lnTo>
                    <a:pt x="149974" y="1378408"/>
                  </a:lnTo>
                </a:path>
              </a:pathLst>
            </a:custGeom>
            <a:ln w="10470">
              <a:solidFill>
                <a:srgbClr val="F5991A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61" name="object 28">
              <a:extLst>
                <a:ext uri="{FF2B5EF4-FFF2-40B4-BE49-F238E27FC236}">
                  <a16:creationId xmlns:a16="http://schemas.microsoft.com/office/drawing/2014/main" id="{58CB3021-8800-8692-6C29-E9332E8E5AE6}"/>
                </a:ext>
              </a:extLst>
            </p:cNvPr>
            <p:cNvSpPr/>
            <p:nvPr/>
          </p:nvSpPr>
          <p:spPr>
            <a:xfrm>
              <a:off x="790848" y="2543111"/>
              <a:ext cx="829310" cy="1378585"/>
            </a:xfrm>
            <a:custGeom>
              <a:avLst/>
              <a:gdLst/>
              <a:ahLst/>
              <a:cxnLst/>
              <a:rect l="l" t="t" r="r" b="b"/>
              <a:pathLst>
                <a:path w="829310" h="1378585">
                  <a:moveTo>
                    <a:pt x="528769" y="0"/>
                  </a:moveTo>
                  <a:lnTo>
                    <a:pt x="0" y="1378397"/>
                  </a:lnTo>
                </a:path>
                <a:path w="829310" h="1378585">
                  <a:moveTo>
                    <a:pt x="678911" y="0"/>
                  </a:moveTo>
                  <a:lnTo>
                    <a:pt x="150131" y="1378408"/>
                  </a:lnTo>
                </a:path>
                <a:path w="829310" h="1378585">
                  <a:moveTo>
                    <a:pt x="678911" y="0"/>
                  </a:moveTo>
                  <a:lnTo>
                    <a:pt x="150131" y="1378408"/>
                  </a:lnTo>
                </a:path>
                <a:path w="829310" h="1378585">
                  <a:moveTo>
                    <a:pt x="829042" y="0"/>
                  </a:moveTo>
                  <a:lnTo>
                    <a:pt x="300273" y="1378408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3EFF50-30AA-5B22-455D-B4693D37589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F496C36-3A0C-8066-AB17-4A9BE45800F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A2E3158-1FA8-C537-AF5A-5B42F5621F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FF9C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BF8914-8B01-3ECE-FBE4-AC0230DCD1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ED65D32-B031-E67B-C0EB-61501B80F1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67.Cover IHM blueHeader" descr="Classification: Internal">
            <a:extLst>
              <a:ext uri="{FF2B5EF4-FFF2-40B4-BE49-F238E27FC236}">
                <a16:creationId xmlns:a16="http://schemas.microsoft.com/office/drawing/2014/main" id="{F951F866-7804-D97C-91EC-370D722589A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54397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HM Blu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08568DE-ED97-BBE9-3DFB-01BF11045A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0BB1E32-53A5-4229-5958-E0EF43F6E9F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034F672-9A2F-B285-67E0-F7C41BEEB1F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3333" y="-859505"/>
            <a:ext cx="6145067" cy="7277719"/>
          </a:xfrm>
          <a:prstGeom prst="rect">
            <a:avLst/>
          </a:prstGeom>
        </p:spPr>
      </p:pic>
      <p:sp>
        <p:nvSpPr>
          <p:cNvPr id="2" name="hcSlideMaster67.IHM Blue SeparatorHeader" descr="Classification: Internal">
            <a:extLst>
              <a:ext uri="{FF2B5EF4-FFF2-40B4-BE49-F238E27FC236}">
                <a16:creationId xmlns:a16="http://schemas.microsoft.com/office/drawing/2014/main" id="{EF0BB230-E177-DEBC-E3DE-A98F6890102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172590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HM Blu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67.IHM Blue Separator 1Header" descr="Classification: Internal">
            <a:extLst>
              <a:ext uri="{FF2B5EF4-FFF2-40B4-BE49-F238E27FC236}">
                <a16:creationId xmlns:a16="http://schemas.microsoft.com/office/drawing/2014/main" id="{701BBF6E-73E4-E4AE-15B7-2CFCE8A112C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9304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8638B8-4523-EA6F-77D7-422ED30E1F9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C15442-037B-C831-CDEC-041BC064BF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55AA0A8-4C73-7F95-4C45-6A93FEC0A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67.Title onlyHeader" descr="Classification: Internal">
            <a:extLst>
              <a:ext uri="{FF2B5EF4-FFF2-40B4-BE49-F238E27FC236}">
                <a16:creationId xmlns:a16="http://schemas.microsoft.com/office/drawing/2014/main" id="{4E528C3B-23ED-99E6-7262-641A7F1A750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465742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3" y="849280"/>
            <a:ext cx="298067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2DAF954-9869-30CC-7422-CFFE0515342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1247AD-5AF8-2A29-9472-FC4386A47A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hcSlideMaster67.Content 1Header" descr="Classification: Internal">
            <a:extLst>
              <a:ext uri="{FF2B5EF4-FFF2-40B4-BE49-F238E27FC236}">
                <a16:creationId xmlns:a16="http://schemas.microsoft.com/office/drawing/2014/main" id="{DB902986-479F-7E46-4931-F7ACC854694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057444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FFF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26DB055-AF61-1E81-B1EB-4C500458E55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9E4E9D-37AD-BEB6-F475-6859DB7662E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hcSlideMaster67.Content 2Header" descr="Classification: Internal">
            <a:extLst>
              <a:ext uri="{FF2B5EF4-FFF2-40B4-BE49-F238E27FC236}">
                <a16:creationId xmlns:a16="http://schemas.microsoft.com/office/drawing/2014/main" id="{31A62309-7686-7080-0597-C7856F478B5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5179895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7E216AA-1CA7-1C3F-EEC9-B236EDC51EA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BB784-9E50-8BDC-3306-93491EE22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67.Content 3Header" descr="Classification: Internal">
            <a:extLst>
              <a:ext uri="{FF2B5EF4-FFF2-40B4-BE49-F238E27FC236}">
                <a16:creationId xmlns:a16="http://schemas.microsoft.com/office/drawing/2014/main" id="{3612E96D-593E-B15B-5A6B-10F8EAF18CA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531530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7A270-FF4F-8A15-E6A3-48E6BAC99D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B8789EF-2DE8-8494-6B5C-7C2D2B85BCB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D247079-5E6B-E5E1-49B6-5B4C0708599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8472" y="287388"/>
            <a:ext cx="2990132" cy="6120685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D605416D-455B-3E74-F918-E34B232E6D84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FF9C00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FF9C00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F5743CD-E794-3C04-0DFB-E82B40D22CC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3F77A2-E971-2C50-734A-21F0F4C8276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F8539F1-59FD-1563-279E-BB0CAED4B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B31309A-F505-E5F8-569A-7AF8C4463A4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AB965BEB-78DF-DD7E-4A9B-FA056CBE163C}"/>
              </a:ext>
            </a:extLst>
          </p:cNvPr>
          <p:cNvSpPr/>
          <p:nvPr userDrawn="1"/>
        </p:nvSpPr>
        <p:spPr>
          <a:xfrm>
            <a:off x="9304945" y="2480556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5208E5AD-99BB-4AA9-C7B8-52C2837A9826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2F9C694A-B98D-7F7F-411F-9EB54FE8B610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A5EA382E-7CA5-0864-6291-82309853F080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553D052F-CBC9-7EA7-029B-3C08B0ABEBC6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338F11E7-EB6B-847C-BA7C-F775785D6066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F5CC6881-9934-BB05-74A5-A28FA516DF55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FF9C00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3C72E3B-5CD6-5A30-3780-61968C61ADA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312C70AC-AC82-949A-7FC0-856314F31CE7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FF9C00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FF9C00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FF9C00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FF9C0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168261F-472A-D21F-7D4A-DB897412BBFD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FF9C00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FF9C0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7C38B91-C029-D495-1C61-8B2EC27F3113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FF9C00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FF9C00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FF9C00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FF9C00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67.Closing slideHeader" descr="Classification: Internal">
            <a:extLst>
              <a:ext uri="{FF2B5EF4-FFF2-40B4-BE49-F238E27FC236}">
                <a16:creationId xmlns:a16="http://schemas.microsoft.com/office/drawing/2014/main" id="{878D71B4-8420-4CD0-A200-C6789D67904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166743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74C22E-322B-EEA4-687A-34F4F453852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8ADDCD-4167-9DEE-724E-1E792B4BF0D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42B9E2A0-40C4-522D-455F-DC10C9B6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47C8308-20FF-0423-5FE6-5D85CB461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77.BlankHeader" descr="Classification: Internal">
            <a:extLst>
              <a:ext uri="{FF2B5EF4-FFF2-40B4-BE49-F238E27FC236}">
                <a16:creationId xmlns:a16="http://schemas.microsoft.com/office/drawing/2014/main" id="{C15EC982-9A19-824A-F3A0-8F4E232812D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904371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ER&amp;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E9758E-BFB7-341F-10CC-D21DBEC32D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F2D523-8278-880D-0481-A9A8A6E5B50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578551E0-B6CA-468B-977B-8B7D61A3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AF4BB-87B2-2027-BB47-A61F5DD92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77.Blank ER&amp;DHeader" descr="Classification: Internal">
            <a:extLst>
              <a:ext uri="{FF2B5EF4-FFF2-40B4-BE49-F238E27FC236}">
                <a16:creationId xmlns:a16="http://schemas.microsoft.com/office/drawing/2014/main" id="{1A928795-5707-3516-B21D-D5B5C021550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203132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R&amp;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4" name="object 8">
            <a:extLst>
              <a:ext uri="{FF2B5EF4-FFF2-40B4-BE49-F238E27FC236}">
                <a16:creationId xmlns:a16="http://schemas.microsoft.com/office/drawing/2014/main" id="{FCF89D88-0C98-6291-996E-A6D5BEA98897}"/>
              </a:ext>
            </a:extLst>
          </p:cNvPr>
          <p:cNvGrpSpPr/>
          <p:nvPr userDrawn="1"/>
        </p:nvGrpSpPr>
        <p:grpSpPr>
          <a:xfrm>
            <a:off x="354437" y="1263039"/>
            <a:ext cx="664823" cy="844735"/>
            <a:chOff x="523764" y="2527388"/>
            <a:chExt cx="1093470" cy="1389380"/>
          </a:xfrm>
        </p:grpSpPr>
        <p:sp>
          <p:nvSpPr>
            <p:cNvPr id="46" name="object 9">
              <a:extLst>
                <a:ext uri="{FF2B5EF4-FFF2-40B4-BE49-F238E27FC236}">
                  <a16:creationId xmlns:a16="http://schemas.microsoft.com/office/drawing/2014/main" id="{031497F7-456C-BCE2-9816-B21A06566A6C}"/>
                </a:ext>
              </a:extLst>
            </p:cNvPr>
            <p:cNvSpPr/>
            <p:nvPr/>
          </p:nvSpPr>
          <p:spPr>
            <a:xfrm>
              <a:off x="788627" y="2532624"/>
              <a:ext cx="523875" cy="1378585"/>
            </a:xfrm>
            <a:custGeom>
              <a:avLst/>
              <a:gdLst/>
              <a:ahLst/>
              <a:cxnLst/>
              <a:rect l="l" t="t" r="r" b="b"/>
              <a:pathLst>
                <a:path w="523875" h="1378585">
                  <a:moveTo>
                    <a:pt x="523439" y="0"/>
                  </a:moveTo>
                  <a:lnTo>
                    <a:pt x="0" y="1378439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89F6D366-9DD4-7F9F-C80C-0EDF427C9946}"/>
                </a:ext>
              </a:extLst>
            </p:cNvPr>
            <p:cNvSpPr/>
            <p:nvPr/>
          </p:nvSpPr>
          <p:spPr>
            <a:xfrm>
              <a:off x="863482" y="2532627"/>
              <a:ext cx="523875" cy="1378585"/>
            </a:xfrm>
            <a:custGeom>
              <a:avLst/>
              <a:gdLst/>
              <a:ahLst/>
              <a:cxnLst/>
              <a:rect l="l" t="t" r="r" b="b"/>
              <a:pathLst>
                <a:path w="523875" h="1378585">
                  <a:moveTo>
                    <a:pt x="523439" y="0"/>
                  </a:moveTo>
                  <a:lnTo>
                    <a:pt x="0" y="1378439"/>
                  </a:lnTo>
                </a:path>
              </a:pathLst>
            </a:custGeom>
            <a:ln w="10470">
              <a:solidFill>
                <a:srgbClr val="E7550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8" name="object 11">
              <a:extLst>
                <a:ext uri="{FF2B5EF4-FFF2-40B4-BE49-F238E27FC236}">
                  <a16:creationId xmlns:a16="http://schemas.microsoft.com/office/drawing/2014/main" id="{499FB99A-EFD8-DE0D-9726-1FEC2D01DD0F}"/>
                </a:ext>
              </a:extLst>
            </p:cNvPr>
            <p:cNvSpPr/>
            <p:nvPr/>
          </p:nvSpPr>
          <p:spPr>
            <a:xfrm>
              <a:off x="938348" y="2532632"/>
              <a:ext cx="673735" cy="1378585"/>
            </a:xfrm>
            <a:custGeom>
              <a:avLst/>
              <a:gdLst/>
              <a:ahLst/>
              <a:cxnLst/>
              <a:rect l="l" t="t" r="r" b="b"/>
              <a:pathLst>
                <a:path w="673735" h="1378585">
                  <a:moveTo>
                    <a:pt x="524298" y="0"/>
                  </a:moveTo>
                  <a:lnTo>
                    <a:pt x="0" y="1378429"/>
                  </a:lnTo>
                </a:path>
                <a:path w="673735" h="1378585">
                  <a:moveTo>
                    <a:pt x="524298" y="0"/>
                  </a:moveTo>
                  <a:lnTo>
                    <a:pt x="0" y="1378429"/>
                  </a:lnTo>
                </a:path>
                <a:path w="673735" h="1378585">
                  <a:moveTo>
                    <a:pt x="673162" y="0"/>
                  </a:moveTo>
                  <a:lnTo>
                    <a:pt x="148864" y="1378429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49" name="object 12">
              <a:extLst>
                <a:ext uri="{FF2B5EF4-FFF2-40B4-BE49-F238E27FC236}">
                  <a16:creationId xmlns:a16="http://schemas.microsoft.com/office/drawing/2014/main" id="{F5B382B1-1371-AFD0-76C7-86AB52B4A50A}"/>
                </a:ext>
              </a:extLst>
            </p:cNvPr>
            <p:cNvSpPr/>
            <p:nvPr/>
          </p:nvSpPr>
          <p:spPr>
            <a:xfrm>
              <a:off x="1013208" y="2532627"/>
              <a:ext cx="523875" cy="1378585"/>
            </a:xfrm>
            <a:custGeom>
              <a:avLst/>
              <a:gdLst/>
              <a:ahLst/>
              <a:cxnLst/>
              <a:rect l="l" t="t" r="r" b="b"/>
              <a:pathLst>
                <a:path w="523875" h="1378585">
                  <a:moveTo>
                    <a:pt x="523439" y="0"/>
                  </a:moveTo>
                  <a:lnTo>
                    <a:pt x="0" y="1378439"/>
                  </a:lnTo>
                </a:path>
              </a:pathLst>
            </a:custGeom>
            <a:ln w="10470">
              <a:solidFill>
                <a:srgbClr val="E7550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0" name="object 13">
              <a:extLst>
                <a:ext uri="{FF2B5EF4-FFF2-40B4-BE49-F238E27FC236}">
                  <a16:creationId xmlns:a16="http://schemas.microsoft.com/office/drawing/2014/main" id="{DF0F1E9A-4017-34CF-F8AE-980FB53D5545}"/>
                </a:ext>
              </a:extLst>
            </p:cNvPr>
            <p:cNvSpPr/>
            <p:nvPr/>
          </p:nvSpPr>
          <p:spPr>
            <a:xfrm>
              <a:off x="528999" y="2733728"/>
              <a:ext cx="689610" cy="955040"/>
            </a:xfrm>
            <a:custGeom>
              <a:avLst/>
              <a:gdLst/>
              <a:ahLst/>
              <a:cxnLst/>
              <a:rect l="l" t="t" r="r" b="b"/>
              <a:pathLst>
                <a:path w="689610" h="955039">
                  <a:moveTo>
                    <a:pt x="689319" y="46291"/>
                  </a:moveTo>
                  <a:lnTo>
                    <a:pt x="673239" y="39036"/>
                  </a:lnTo>
                  <a:lnTo>
                    <a:pt x="656828" y="32345"/>
                  </a:lnTo>
                  <a:lnTo>
                    <a:pt x="640094" y="26238"/>
                  </a:lnTo>
                  <a:lnTo>
                    <a:pt x="623049" y="20732"/>
                  </a:lnTo>
                  <a:lnTo>
                    <a:pt x="570610" y="101661"/>
                  </a:lnTo>
                  <a:lnTo>
                    <a:pt x="562622" y="99899"/>
                  </a:lnTo>
                  <a:lnTo>
                    <a:pt x="521883" y="93641"/>
                  </a:lnTo>
                  <a:lnTo>
                    <a:pt x="505565" y="92405"/>
                  </a:lnTo>
                  <a:lnTo>
                    <a:pt x="477409" y="0"/>
                  </a:lnTo>
                  <a:lnTo>
                    <a:pt x="424168" y="3588"/>
                  </a:lnTo>
                  <a:lnTo>
                    <a:pt x="394312" y="101955"/>
                  </a:lnTo>
                  <a:lnTo>
                    <a:pt x="378343" y="106052"/>
                  </a:lnTo>
                  <a:lnTo>
                    <a:pt x="362614" y="110800"/>
                  </a:lnTo>
                  <a:lnTo>
                    <a:pt x="347140" y="116187"/>
                  </a:lnTo>
                  <a:lnTo>
                    <a:pt x="331937" y="122205"/>
                  </a:lnTo>
                  <a:lnTo>
                    <a:pt x="266976" y="51464"/>
                  </a:lnTo>
                  <a:lnTo>
                    <a:pt x="251154" y="59812"/>
                  </a:lnTo>
                  <a:lnTo>
                    <a:pt x="235673" y="68732"/>
                  </a:lnTo>
                  <a:lnTo>
                    <a:pt x="220537" y="78211"/>
                  </a:lnTo>
                  <a:lnTo>
                    <a:pt x="205752" y="88238"/>
                  </a:lnTo>
                  <a:lnTo>
                    <a:pt x="235846" y="180036"/>
                  </a:lnTo>
                  <a:lnTo>
                    <a:pt x="223474" y="190546"/>
                  </a:lnTo>
                  <a:lnTo>
                    <a:pt x="211531" y="201561"/>
                  </a:lnTo>
                  <a:lnTo>
                    <a:pt x="200034" y="213075"/>
                  </a:lnTo>
                  <a:lnTo>
                    <a:pt x="188999" y="225082"/>
                  </a:lnTo>
                  <a:lnTo>
                    <a:pt x="100059" y="189763"/>
                  </a:lnTo>
                  <a:lnTo>
                    <a:pt x="89381" y="204202"/>
                  </a:lnTo>
                  <a:lnTo>
                    <a:pt x="79220" y="219065"/>
                  </a:lnTo>
                  <a:lnTo>
                    <a:pt x="69588" y="234342"/>
                  </a:lnTo>
                  <a:lnTo>
                    <a:pt x="60500" y="250023"/>
                  </a:lnTo>
                  <a:lnTo>
                    <a:pt x="127158" y="319571"/>
                  </a:lnTo>
                  <a:lnTo>
                    <a:pt x="120745" y="334135"/>
                  </a:lnTo>
                  <a:lnTo>
                    <a:pt x="114906" y="349037"/>
                  </a:lnTo>
                  <a:lnTo>
                    <a:pt x="109646" y="364256"/>
                  </a:lnTo>
                  <a:lnTo>
                    <a:pt x="104970" y="379768"/>
                  </a:lnTo>
                  <a:lnTo>
                    <a:pt x="9643" y="386846"/>
                  </a:lnTo>
                  <a:lnTo>
                    <a:pt x="2514" y="429616"/>
                  </a:lnTo>
                  <a:lnTo>
                    <a:pt x="0" y="459064"/>
                  </a:lnTo>
                  <a:lnTo>
                    <a:pt x="89944" y="492560"/>
                  </a:lnTo>
                  <a:lnTo>
                    <a:pt x="90433" y="508463"/>
                  </a:lnTo>
                  <a:lnTo>
                    <a:pt x="91566" y="524235"/>
                  </a:lnTo>
                  <a:lnTo>
                    <a:pt x="93318" y="539865"/>
                  </a:lnTo>
                  <a:lnTo>
                    <a:pt x="95662" y="555344"/>
                  </a:lnTo>
                  <a:lnTo>
                    <a:pt x="12774" y="603416"/>
                  </a:lnTo>
                  <a:lnTo>
                    <a:pt x="17445" y="621244"/>
                  </a:lnTo>
                  <a:lnTo>
                    <a:pt x="22765" y="638830"/>
                  </a:lnTo>
                  <a:lnTo>
                    <a:pt x="28722" y="656158"/>
                  </a:lnTo>
                  <a:lnTo>
                    <a:pt x="35307" y="673215"/>
                  </a:lnTo>
                  <a:lnTo>
                    <a:pt x="130948" y="664042"/>
                  </a:lnTo>
                  <a:lnTo>
                    <a:pt x="138072" y="677784"/>
                  </a:lnTo>
                  <a:lnTo>
                    <a:pt x="145720" y="691217"/>
                  </a:lnTo>
                  <a:lnTo>
                    <a:pt x="153875" y="704332"/>
                  </a:lnTo>
                  <a:lnTo>
                    <a:pt x="162518" y="717119"/>
                  </a:lnTo>
                  <a:lnTo>
                    <a:pt x="108446" y="796813"/>
                  </a:lnTo>
                  <a:lnTo>
                    <a:pt x="120299" y="810885"/>
                  </a:lnTo>
                  <a:lnTo>
                    <a:pt x="132660" y="824516"/>
                  </a:lnTo>
                  <a:lnTo>
                    <a:pt x="145532" y="837680"/>
                  </a:lnTo>
                  <a:lnTo>
                    <a:pt x="158916" y="850351"/>
                  </a:lnTo>
                  <a:lnTo>
                    <a:pt x="241196" y="800247"/>
                  </a:lnTo>
                  <a:lnTo>
                    <a:pt x="253284" y="809413"/>
                  </a:lnTo>
                  <a:lnTo>
                    <a:pt x="265747" y="818117"/>
                  </a:lnTo>
                  <a:lnTo>
                    <a:pt x="278572" y="826353"/>
                  </a:lnTo>
                  <a:lnTo>
                    <a:pt x="291750" y="834110"/>
                  </a:lnTo>
                  <a:lnTo>
                    <a:pt x="277321" y="929709"/>
                  </a:lnTo>
                  <a:lnTo>
                    <a:pt x="293225" y="936871"/>
                  </a:lnTo>
                  <a:lnTo>
                    <a:pt x="309453" y="943476"/>
                  </a:lnTo>
                  <a:lnTo>
                    <a:pt x="325992" y="949511"/>
                  </a:lnTo>
                  <a:lnTo>
                    <a:pt x="342827" y="954965"/>
                  </a:lnTo>
                </a:path>
                <a:path w="689610" h="955039">
                  <a:moveTo>
                    <a:pt x="565857" y="371213"/>
                  </a:moveTo>
                  <a:lnTo>
                    <a:pt x="548840" y="362343"/>
                  </a:lnTo>
                  <a:lnTo>
                    <a:pt x="530599" y="355774"/>
                  </a:lnTo>
                  <a:lnTo>
                    <a:pt x="511316" y="351694"/>
                  </a:lnTo>
                  <a:lnTo>
                    <a:pt x="491178" y="350292"/>
                  </a:lnTo>
                  <a:lnTo>
                    <a:pt x="445490" y="357718"/>
                  </a:lnTo>
                  <a:lnTo>
                    <a:pt x="405810" y="378395"/>
                  </a:lnTo>
                  <a:lnTo>
                    <a:pt x="374518" y="409925"/>
                  </a:lnTo>
                  <a:lnTo>
                    <a:pt x="353997" y="449907"/>
                  </a:lnTo>
                  <a:lnTo>
                    <a:pt x="346628" y="495943"/>
                  </a:lnTo>
                  <a:lnTo>
                    <a:pt x="355278" y="545687"/>
                  </a:lnTo>
                  <a:lnTo>
                    <a:pt x="379196" y="588048"/>
                  </a:lnTo>
                  <a:lnTo>
                    <a:pt x="415332" y="619955"/>
                  </a:lnTo>
                  <a:lnTo>
                    <a:pt x="460635" y="638336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1" name="object 14">
              <a:extLst>
                <a:ext uri="{FF2B5EF4-FFF2-40B4-BE49-F238E27FC236}">
                  <a16:creationId xmlns:a16="http://schemas.microsoft.com/office/drawing/2014/main" id="{0CD74931-B274-F885-BF68-9566802B1B55}"/>
                </a:ext>
              </a:extLst>
            </p:cNvPr>
            <p:cNvSpPr/>
            <p:nvPr/>
          </p:nvSpPr>
          <p:spPr>
            <a:xfrm>
              <a:off x="746831" y="2952542"/>
              <a:ext cx="395605" cy="543560"/>
            </a:xfrm>
            <a:custGeom>
              <a:avLst/>
              <a:gdLst/>
              <a:ahLst/>
              <a:cxnLst/>
              <a:rect l="l" t="t" r="r" b="b"/>
              <a:pathLst>
                <a:path w="395605" h="543560">
                  <a:moveTo>
                    <a:pt x="395257" y="28627"/>
                  </a:moveTo>
                  <a:lnTo>
                    <a:pt x="366870" y="16423"/>
                  </a:lnTo>
                  <a:lnTo>
                    <a:pt x="336948" y="7442"/>
                  </a:lnTo>
                  <a:lnTo>
                    <a:pt x="305706" y="1896"/>
                  </a:lnTo>
                  <a:lnTo>
                    <a:pt x="273355" y="0"/>
                  </a:lnTo>
                  <a:lnTo>
                    <a:pt x="227205" y="4823"/>
                  </a:lnTo>
                  <a:lnTo>
                    <a:pt x="185316" y="15081"/>
                  </a:lnTo>
                  <a:lnTo>
                    <a:pt x="147687" y="30248"/>
                  </a:lnTo>
                  <a:lnTo>
                    <a:pt x="114318" y="49797"/>
                  </a:lnTo>
                  <a:lnTo>
                    <a:pt x="60359" y="99941"/>
                  </a:lnTo>
                  <a:lnTo>
                    <a:pt x="23438" y="161306"/>
                  </a:lnTo>
                  <a:lnTo>
                    <a:pt x="3553" y="229684"/>
                  </a:lnTo>
                  <a:lnTo>
                    <a:pt x="0" y="265189"/>
                  </a:lnTo>
                  <a:lnTo>
                    <a:pt x="704" y="300870"/>
                  </a:lnTo>
                  <a:lnTo>
                    <a:pt x="14890" y="370657"/>
                  </a:lnTo>
                  <a:lnTo>
                    <a:pt x="46108" y="434838"/>
                  </a:lnTo>
                  <a:lnTo>
                    <a:pt x="94359" y="489206"/>
                  </a:lnTo>
                  <a:lnTo>
                    <a:pt x="159640" y="529554"/>
                  </a:lnTo>
                  <a:lnTo>
                    <a:pt x="198666" y="543156"/>
                  </a:lnTo>
                </a:path>
              </a:pathLst>
            </a:custGeom>
            <a:ln w="10470">
              <a:solidFill>
                <a:srgbClr val="E7550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C25B800-F8F3-46FC-AEAA-B597525501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8B0FED9-3D7B-045F-0F24-74477CF7686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BBABBFE-9053-9905-ECEF-E5E8278D23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E754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78B30FC-C2C6-57FB-1567-C827E991E2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9A63EF1-6428-766A-D1CB-09D4F6C963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382B0-0FC5-04A1-9EBA-137711FF28E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hcSlideMaster77.Cover ER&amp;DHeader" descr="Classification: Internal">
            <a:extLst>
              <a:ext uri="{FF2B5EF4-FFF2-40B4-BE49-F238E27FC236}">
                <a16:creationId xmlns:a16="http://schemas.microsoft.com/office/drawing/2014/main" id="{838AF029-B885-F682-263F-6906A50D591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86639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&amp;D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AB32C2A-9270-1987-07DA-F7F3540372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9FDAC8B-2531-2963-4228-B807F21C856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9A961-4503-AADF-F993-BD8AB211063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428" y="-670201"/>
            <a:ext cx="6037765" cy="7074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B2BC11-47A8-C4D8-EB3E-30EE61809F4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hcSlideMaster77.ER&amp;D SeparatorHeader" descr="Classification: Internal">
            <a:extLst>
              <a:ext uri="{FF2B5EF4-FFF2-40B4-BE49-F238E27FC236}">
                <a16:creationId xmlns:a16="http://schemas.microsoft.com/office/drawing/2014/main" id="{9E517E83-C74C-6B6E-2D0A-860CA952B39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628381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&amp;D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77.ER&amp;D Separator 1Header" descr="Classification: Internal">
            <a:extLst>
              <a:ext uri="{FF2B5EF4-FFF2-40B4-BE49-F238E27FC236}">
                <a16:creationId xmlns:a16="http://schemas.microsoft.com/office/drawing/2014/main" id="{F955611D-FD7F-7554-2A00-323512FFF2D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8845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D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D02985-1403-4C24-8C34-EBC907F9C81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15C11F-1961-A3B6-5A4C-716D8CD72A0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19411FF-EC7A-7F5B-15C0-9F12F031CD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77.Title onlyHeader" descr="Classification: Internal">
            <a:extLst>
              <a:ext uri="{FF2B5EF4-FFF2-40B4-BE49-F238E27FC236}">
                <a16:creationId xmlns:a16="http://schemas.microsoft.com/office/drawing/2014/main" id="{DA4FC117-68BA-E18B-EA3F-875AB81C134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1049133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2" y="849280"/>
            <a:ext cx="310144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A42961-D304-ACF4-1E29-27BCD6E6849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BCA98C-CA71-E04F-CA3E-98D1586274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77.Content 1Header" descr="Classification: Internal">
            <a:extLst>
              <a:ext uri="{FF2B5EF4-FFF2-40B4-BE49-F238E27FC236}">
                <a16:creationId xmlns:a16="http://schemas.microsoft.com/office/drawing/2014/main" id="{EABE7775-3CB5-B663-1E82-AA17954037B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290496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FD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6423817E-A03D-F66B-1D8F-EA47C579A06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6531A4-AC65-DAA4-746A-F38372DF5A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41A0BF-0CD5-7795-41E0-5B4DAE774BA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77.Content 2Header" descr="Classification: Internal">
            <a:extLst>
              <a:ext uri="{FF2B5EF4-FFF2-40B4-BE49-F238E27FC236}">
                <a16:creationId xmlns:a16="http://schemas.microsoft.com/office/drawing/2014/main" id="{DF18C9A2-CE35-327A-EBBE-B6FF3F6CCE3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1282435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F0A3190-D876-F868-7528-3B21E362995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169B47-9582-357D-7FF0-C5999DA82B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8A80D8-AAAA-7D22-921D-7AC65AD174DC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77.Content 3Header" descr="Classification: Internal">
            <a:extLst>
              <a:ext uri="{FF2B5EF4-FFF2-40B4-BE49-F238E27FC236}">
                <a16:creationId xmlns:a16="http://schemas.microsoft.com/office/drawing/2014/main" id="{1DAC3286-EF76-BB0F-5F71-0123FA2FFBC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510754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B2F0F-EDE4-6072-43F1-CF5316CBD7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E4FF9DA-99F3-D4BD-BDE2-868DD61BC46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BEEE81-0217-7D49-DBA2-D0454BF2706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3513" y="95795"/>
            <a:ext cx="3176660" cy="6312278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69211774-AB94-C125-82C3-C37A7BDCFA12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E75400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E75400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6372D0D-5A5A-26ED-E6B7-480FAF7F6F4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6524068-68C3-465D-09AC-19059DCFFB5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8BCAC9-E1F3-C385-30BA-20AABB5EB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A6B024D-5147-E3F6-B01A-F2D19BFE9B1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EABA9564-BC7E-3EE8-712B-6B2DA2486E99}"/>
              </a:ext>
            </a:extLst>
          </p:cNvPr>
          <p:cNvSpPr/>
          <p:nvPr userDrawn="1"/>
        </p:nvSpPr>
        <p:spPr>
          <a:xfrm>
            <a:off x="9288922" y="2487482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CFF00946-00C4-F57E-F5E9-5ABFC3FDFFFC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47E4466E-CFFB-2014-B76F-5483EFF9ED92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C10D2CA1-A9DA-3205-9BC7-ED73DF9DF78E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E419BB61-5E08-8FB6-F4E5-439E1112642E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5049762E-40EE-AFF6-6FD0-24B202B8A1F9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808C714D-9079-6538-0A79-61EC5037DCF1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E75400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70EB738-C28A-65EF-A53F-AF63E81E8E54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A61D049D-78F1-416C-D6BD-826AA0641578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E75400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E75400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E75400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E7540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5A82501-5F0A-B7D8-BC80-FB170D4E5388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E75400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E7540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44E6ED-9EC4-4A3F-13A2-333ABDD127FE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E75400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E75400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E75400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E75400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77.Closing slideHeader" descr="Classification: Internal">
            <a:extLst>
              <a:ext uri="{FF2B5EF4-FFF2-40B4-BE49-F238E27FC236}">
                <a16:creationId xmlns:a16="http://schemas.microsoft.com/office/drawing/2014/main" id="{7D190203-8F13-DA2C-5FAA-945200057BC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500163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E526C4-B223-7972-5BDD-83CEEA7F79A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650C4-85D6-0C05-218C-94E95F432B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513F9DE6-F1E1-D174-964D-48A4D2D3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A68A35-9AF1-9D70-829E-F5EC47E8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87.BlankHeader" descr="Classification: Internal">
            <a:extLst>
              <a:ext uri="{FF2B5EF4-FFF2-40B4-BE49-F238E27FC236}">
                <a16:creationId xmlns:a16="http://schemas.microsoft.com/office/drawing/2014/main" id="{C9F283C0-0706-0B0D-0357-6F0604BA9C1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381587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E88D6-6F99-F991-941B-FB1827EE2F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AEC0FB4-4714-D8D3-BD04-714B6A38642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06D9E6CE-B514-1C65-78C1-F908785E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216548-B169-884F-2FA3-033A06ED7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87.Blank DESHeader" descr="Classification: Internal">
            <a:extLst>
              <a:ext uri="{FF2B5EF4-FFF2-40B4-BE49-F238E27FC236}">
                <a16:creationId xmlns:a16="http://schemas.microsoft.com/office/drawing/2014/main" id="{74F1CCA2-5BE9-C7F5-BE35-66052B99FC2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135431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8" name="object 8">
            <a:extLst>
              <a:ext uri="{FF2B5EF4-FFF2-40B4-BE49-F238E27FC236}">
                <a16:creationId xmlns:a16="http://schemas.microsoft.com/office/drawing/2014/main" id="{D13C272C-7EF2-D01B-8F08-93EFF066643C}"/>
              </a:ext>
            </a:extLst>
          </p:cNvPr>
          <p:cNvGrpSpPr/>
          <p:nvPr userDrawn="1"/>
        </p:nvGrpSpPr>
        <p:grpSpPr>
          <a:xfrm>
            <a:off x="358845" y="1264529"/>
            <a:ext cx="660415" cy="836315"/>
            <a:chOff x="528780" y="2526675"/>
            <a:chExt cx="1104182" cy="1398279"/>
          </a:xfrm>
        </p:grpSpPr>
        <p:sp>
          <p:nvSpPr>
            <p:cNvPr id="49" name="object 9">
              <a:extLst>
                <a:ext uri="{FF2B5EF4-FFF2-40B4-BE49-F238E27FC236}">
                  <a16:creationId xmlns:a16="http://schemas.microsoft.com/office/drawing/2014/main" id="{4CAAC7AF-2B48-009B-2572-5067A9E55163}"/>
                </a:ext>
              </a:extLst>
            </p:cNvPr>
            <p:cNvSpPr/>
            <p:nvPr/>
          </p:nvSpPr>
          <p:spPr>
            <a:xfrm>
              <a:off x="844639" y="3051093"/>
              <a:ext cx="282575" cy="349250"/>
            </a:xfrm>
            <a:custGeom>
              <a:avLst/>
              <a:gdLst/>
              <a:ahLst/>
              <a:cxnLst/>
              <a:rect l="l" t="t" r="r" b="b"/>
              <a:pathLst>
                <a:path w="282575" h="349250">
                  <a:moveTo>
                    <a:pt x="147482" y="349204"/>
                  </a:moveTo>
                  <a:lnTo>
                    <a:pt x="0" y="349204"/>
                  </a:lnTo>
                  <a:lnTo>
                    <a:pt x="0" y="0"/>
                  </a:lnTo>
                  <a:lnTo>
                    <a:pt x="282504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0" name="object 10">
              <a:extLst>
                <a:ext uri="{FF2B5EF4-FFF2-40B4-BE49-F238E27FC236}">
                  <a16:creationId xmlns:a16="http://schemas.microsoft.com/office/drawing/2014/main" id="{2FE86A13-3FB2-EDAD-1FAA-169CED73380F}"/>
                </a:ext>
              </a:extLst>
            </p:cNvPr>
            <p:cNvSpPr/>
            <p:nvPr/>
          </p:nvSpPr>
          <p:spPr>
            <a:xfrm>
              <a:off x="694297" y="2900754"/>
              <a:ext cx="490855" cy="650240"/>
            </a:xfrm>
            <a:custGeom>
              <a:avLst/>
              <a:gdLst/>
              <a:ahLst/>
              <a:cxnLst/>
              <a:rect l="l" t="t" r="r" b="b"/>
              <a:pathLst>
                <a:path w="490855" h="650239">
                  <a:moveTo>
                    <a:pt x="490718" y="0"/>
                  </a:moveTo>
                  <a:lnTo>
                    <a:pt x="0" y="0"/>
                  </a:lnTo>
                  <a:lnTo>
                    <a:pt x="0" y="649875"/>
                  </a:lnTo>
                  <a:lnTo>
                    <a:pt x="240013" y="649875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1" name="object 11">
              <a:extLst>
                <a:ext uri="{FF2B5EF4-FFF2-40B4-BE49-F238E27FC236}">
                  <a16:creationId xmlns:a16="http://schemas.microsoft.com/office/drawing/2014/main" id="{3728EDB2-9F7C-199D-58B9-4C281C4AEC50}"/>
                </a:ext>
              </a:extLst>
            </p:cNvPr>
            <p:cNvSpPr/>
            <p:nvPr/>
          </p:nvSpPr>
          <p:spPr>
            <a:xfrm>
              <a:off x="528780" y="2735239"/>
              <a:ext cx="681355" cy="981075"/>
            </a:xfrm>
            <a:custGeom>
              <a:avLst/>
              <a:gdLst/>
              <a:ahLst/>
              <a:cxnLst/>
              <a:rect l="l" t="t" r="r" b="b"/>
              <a:pathLst>
                <a:path w="681355" h="981075">
                  <a:moveTo>
                    <a:pt x="341790" y="980912"/>
                  </a:moveTo>
                  <a:lnTo>
                    <a:pt x="314932" y="980912"/>
                  </a:lnTo>
                  <a:lnTo>
                    <a:pt x="314932" y="880580"/>
                  </a:lnTo>
                  <a:lnTo>
                    <a:pt x="100447" y="880580"/>
                  </a:lnTo>
                  <a:lnTo>
                    <a:pt x="100447" y="666335"/>
                  </a:lnTo>
                  <a:lnTo>
                    <a:pt x="0" y="666335"/>
                  </a:lnTo>
                  <a:lnTo>
                    <a:pt x="0" y="601824"/>
                  </a:lnTo>
                  <a:lnTo>
                    <a:pt x="100447" y="601824"/>
                  </a:lnTo>
                  <a:lnTo>
                    <a:pt x="100447" y="379087"/>
                  </a:lnTo>
                  <a:lnTo>
                    <a:pt x="0" y="379087"/>
                  </a:lnTo>
                  <a:lnTo>
                    <a:pt x="0" y="314566"/>
                  </a:lnTo>
                  <a:lnTo>
                    <a:pt x="100447" y="314566"/>
                  </a:lnTo>
                  <a:lnTo>
                    <a:pt x="100447" y="100332"/>
                  </a:lnTo>
                  <a:lnTo>
                    <a:pt x="314932" y="100332"/>
                  </a:lnTo>
                  <a:lnTo>
                    <a:pt x="314932" y="0"/>
                  </a:lnTo>
                  <a:lnTo>
                    <a:pt x="379517" y="0"/>
                  </a:lnTo>
                  <a:lnTo>
                    <a:pt x="379517" y="100332"/>
                  </a:lnTo>
                  <a:lnTo>
                    <a:pt x="602505" y="100332"/>
                  </a:lnTo>
                  <a:lnTo>
                    <a:pt x="602505" y="0"/>
                  </a:lnTo>
                  <a:lnTo>
                    <a:pt x="667100" y="0"/>
                  </a:lnTo>
                  <a:lnTo>
                    <a:pt x="667100" y="100332"/>
                  </a:lnTo>
                  <a:lnTo>
                    <a:pt x="681172" y="100332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2" name="object 12">
              <a:extLst>
                <a:ext uri="{FF2B5EF4-FFF2-40B4-BE49-F238E27FC236}">
                  <a16:creationId xmlns:a16="http://schemas.microsoft.com/office/drawing/2014/main" id="{359BDC29-8045-8654-E488-338D95746C5E}"/>
                </a:ext>
              </a:extLst>
            </p:cNvPr>
            <p:cNvSpPr/>
            <p:nvPr/>
          </p:nvSpPr>
          <p:spPr>
            <a:xfrm>
              <a:off x="909413" y="3115863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10">
                  <a:moveTo>
                    <a:pt x="0" y="219658"/>
                  </a:moveTo>
                  <a:lnTo>
                    <a:pt x="105965" y="219658"/>
                  </a:lnTo>
                  <a:lnTo>
                    <a:pt x="189899" y="0"/>
                  </a:lnTo>
                  <a:lnTo>
                    <a:pt x="0" y="0"/>
                  </a:lnTo>
                  <a:lnTo>
                    <a:pt x="0" y="219658"/>
                  </a:lnTo>
                  <a:close/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4AC6B14A-226F-A5DB-7CEC-3447D367A194}"/>
                </a:ext>
              </a:extLst>
            </p:cNvPr>
            <p:cNvSpPr/>
            <p:nvPr/>
          </p:nvSpPr>
          <p:spPr>
            <a:xfrm>
              <a:off x="791653" y="2526675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4" name="object 14">
              <a:extLst>
                <a:ext uri="{FF2B5EF4-FFF2-40B4-BE49-F238E27FC236}">
                  <a16:creationId xmlns:a16="http://schemas.microsoft.com/office/drawing/2014/main" id="{56A49083-2988-F34A-C6EE-5EE5E18BB60C}"/>
                </a:ext>
              </a:extLst>
            </p:cNvPr>
            <p:cNvSpPr/>
            <p:nvPr/>
          </p:nvSpPr>
          <p:spPr>
            <a:xfrm>
              <a:off x="868134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5" name="object 15">
              <a:extLst>
                <a:ext uri="{FF2B5EF4-FFF2-40B4-BE49-F238E27FC236}">
                  <a16:creationId xmlns:a16="http://schemas.microsoft.com/office/drawing/2014/main" id="{41626C90-04CA-52C8-6BBB-71924E717BBC}"/>
                </a:ext>
              </a:extLst>
            </p:cNvPr>
            <p:cNvSpPr/>
            <p:nvPr/>
          </p:nvSpPr>
          <p:spPr>
            <a:xfrm>
              <a:off x="944621" y="2526681"/>
              <a:ext cx="535305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rgbClr val="183E51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7EB37F1F-CF3A-7D32-5209-6FB9C075DEDF}"/>
                </a:ext>
              </a:extLst>
            </p:cNvPr>
            <p:cNvSpPr/>
            <p:nvPr/>
          </p:nvSpPr>
          <p:spPr>
            <a:xfrm>
              <a:off x="944622" y="2526684"/>
              <a:ext cx="688340" cy="1398270"/>
            </a:xfrm>
            <a:custGeom>
              <a:avLst/>
              <a:gdLst/>
              <a:ahLst/>
              <a:cxnLst/>
              <a:rect l="l" t="t" r="r" b="b"/>
              <a:pathLst>
                <a:path w="688339" h="1398270">
                  <a:moveTo>
                    <a:pt x="535837" y="0"/>
                  </a:moveTo>
                  <a:lnTo>
                    <a:pt x="0" y="1398020"/>
                  </a:lnTo>
                </a:path>
                <a:path w="688339" h="1398270">
                  <a:moveTo>
                    <a:pt x="687979" y="0"/>
                  </a:moveTo>
                  <a:lnTo>
                    <a:pt x="152141" y="139802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57" name="object 17">
              <a:extLst>
                <a:ext uri="{FF2B5EF4-FFF2-40B4-BE49-F238E27FC236}">
                  <a16:creationId xmlns:a16="http://schemas.microsoft.com/office/drawing/2014/main" id="{6068F8FA-0E80-95A3-8343-0CE7F6793E14}"/>
                </a:ext>
              </a:extLst>
            </p:cNvPr>
            <p:cNvSpPr/>
            <p:nvPr/>
          </p:nvSpPr>
          <p:spPr>
            <a:xfrm>
              <a:off x="1021103" y="2526681"/>
              <a:ext cx="535306" cy="1398270"/>
            </a:xfrm>
            <a:custGeom>
              <a:avLst/>
              <a:gdLst/>
              <a:ahLst/>
              <a:cxnLst/>
              <a:rect l="l" t="t" r="r" b="b"/>
              <a:pathLst>
                <a:path w="535305" h="1398270">
                  <a:moveTo>
                    <a:pt x="535009" y="0"/>
                  </a:moveTo>
                  <a:lnTo>
                    <a:pt x="0" y="1398030"/>
                  </a:lnTo>
                </a:path>
              </a:pathLst>
            </a:custGeom>
            <a:ln w="10470">
              <a:solidFill>
                <a:schemeClr val="bg2"/>
              </a:solidFill>
            </a:ln>
          </p:spPr>
          <p:txBody>
            <a:bodyPr wrap="square" lIns="0" tIns="0" rIns="0" bIns="0" rtlCol="0"/>
            <a:lstStyle/>
            <a:p>
              <a:endParaRPr sz="1351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8304903-4936-BF54-5DAD-CBF01F3494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3B228C-738E-B738-CC47-A2751BDD00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6562EF-2E79-05B3-1327-807DFB79F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628B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F530A0-0040-E714-1D11-6508419849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F918E89-793C-5499-7F45-F84DE5D5CA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8556E-DE0F-4663-4A7D-7983FBE48AED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hcSlideMaster87.Cover DESHeader" descr="Classification: Internal">
            <a:extLst>
              <a:ext uri="{FF2B5EF4-FFF2-40B4-BE49-F238E27FC236}">
                <a16:creationId xmlns:a16="http://schemas.microsoft.com/office/drawing/2014/main" id="{AF0D7CBD-79AA-519B-BCDF-DA1044F2BA8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36180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45B086-F1A2-F2B3-251C-4152C9D5E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70F1023-174D-19FE-8110-DB01E755E15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DDBFB7C-7692-C8C9-3DD3-C14B97B73C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318"/>
          <a:stretch/>
        </p:blipFill>
        <p:spPr>
          <a:xfrm>
            <a:off x="4232936" y="101237"/>
            <a:ext cx="6148633" cy="63169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DD02DB-2284-233F-D2B0-7B6CF74A943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hcSlideMaster87.DES SeparatorHeader" descr="Classification: Internal">
            <a:extLst>
              <a:ext uri="{FF2B5EF4-FFF2-40B4-BE49-F238E27FC236}">
                <a16:creationId xmlns:a16="http://schemas.microsoft.com/office/drawing/2014/main" id="{FD2A1DBC-F0AB-13B3-A968-834EA511099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1418531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87.DES Separator 1Header" descr="Classification: Internal">
            <a:extLst>
              <a:ext uri="{FF2B5EF4-FFF2-40B4-BE49-F238E27FC236}">
                <a16:creationId xmlns:a16="http://schemas.microsoft.com/office/drawing/2014/main" id="{78F100EB-B378-809E-89C2-4EDAE20984D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5555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B3121DB-2A0B-9512-3A42-2DCCAD29AF7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D78483-EB25-72E8-2585-A138A6335D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C020D42-48EC-6E22-2F3E-995D58098C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87.Title onlyHeader" descr="Classification: Internal">
            <a:extLst>
              <a:ext uri="{FF2B5EF4-FFF2-40B4-BE49-F238E27FC236}">
                <a16:creationId xmlns:a16="http://schemas.microsoft.com/office/drawing/2014/main" id="{DB9A8203-B6F9-44B6-7FA2-E0A3A83A3FB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7729600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80"/>
            <a:ext cx="3084192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7DF666A1-A5B3-6D62-DF3F-DFB8F76B057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C143F-705E-3E91-B389-3CBE24411F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9B0A26-51B4-39F1-2ACA-CCFD19050A7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87.Content 1Header" descr="Classification: Internal">
            <a:extLst>
              <a:ext uri="{FF2B5EF4-FFF2-40B4-BE49-F238E27FC236}">
                <a16:creationId xmlns:a16="http://schemas.microsoft.com/office/drawing/2014/main" id="{1A175D24-1990-B45C-FDDB-6F4B4E965D4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716503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EF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219C1A6E-1AE4-4190-05E9-393DC4ECEBA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9F0EE-E4D8-577D-A042-2C4DE310BF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54F414-F82E-93DE-F5FA-01782E4304D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87.Content 2Header" descr="Classification: Internal">
            <a:extLst>
              <a:ext uri="{FF2B5EF4-FFF2-40B4-BE49-F238E27FC236}">
                <a16:creationId xmlns:a16="http://schemas.microsoft.com/office/drawing/2014/main" id="{97907753-FC7B-2C90-94C1-8AA739F49F20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322402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F0E7A172-1949-1179-56E7-11C168D6C9E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26B8A-3E73-62AE-DF28-DD88FCD743E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B63ED8-E5C2-7443-177E-EDBEF0BC27D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87.Content 3Header" descr="Classification: Internal">
            <a:extLst>
              <a:ext uri="{FF2B5EF4-FFF2-40B4-BE49-F238E27FC236}">
                <a16:creationId xmlns:a16="http://schemas.microsoft.com/office/drawing/2014/main" id="{03FE8B5E-4CF4-6F5C-5774-475D7583DA8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263107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2654A-826F-7ED3-FFA7-72601795D9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93F383-FBEB-83D4-E117-A99214B6536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9361D9C-3DF1-9ECE-BE9C-86C46425200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5503" y="95795"/>
            <a:ext cx="3176660" cy="6312278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048DA71F-9178-2EC5-0367-E6E561D2ED6C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628BFF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628BFF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BE534CE-1309-930E-4BB5-BA51F42CD0D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31480ED-8D9C-CBAB-E437-1F1053861BC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949B49D-1A30-B73B-97FD-3ADFF9840D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D481D89-5E38-48C4-71D6-DD8E78FD331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82388917-D6D0-9118-B172-52ED097A4D0C}"/>
              </a:ext>
            </a:extLst>
          </p:cNvPr>
          <p:cNvSpPr/>
          <p:nvPr userDrawn="1"/>
        </p:nvSpPr>
        <p:spPr>
          <a:xfrm>
            <a:off x="9304945" y="2474447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80852F95-437B-4364-5A8A-7069D67E30D7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D05D39A1-5569-AF21-BF31-40C6B0A37DEA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C805AB96-662B-778D-2FEC-4D1DC2BCC6C5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D8F598FD-B322-EA4E-7A4D-B318F2CD227F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1F6F9B29-A7A7-D390-5154-BF17CCF5E75B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22DEF3F9-5B18-2E21-302B-AAA04BC3B09B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628BFF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5E3918F-C8CD-89BE-27E0-3991B9091E4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BEA5D00B-78FC-6C93-764E-3AF5F25814B3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628BFF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628BFF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628BFF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628BFF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1955EE-694B-0229-42F3-F05BA3F0E119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628BFF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628BFF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E7AF6C9-C396-0134-B423-2F024D08DEA9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628BFF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628BFF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628BFF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628BFF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87.Closing slideHeader" descr="Classification: Internal">
            <a:extLst>
              <a:ext uri="{FF2B5EF4-FFF2-40B4-BE49-F238E27FC236}">
                <a16:creationId xmlns:a16="http://schemas.microsoft.com/office/drawing/2014/main" id="{46B29BC9-3727-563C-3C26-6D9E5443E20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897850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E378E5-4AE5-9417-E142-6F858F9FA57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3703E-AE3D-DE2C-6C4A-1A8C46057A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855271DE-BEBA-20AD-15A8-A0C5EC15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2E6A27-2F5D-6274-66D1-9F35D02A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97.BlankHeader" descr="Classification: Internal">
            <a:extLst>
              <a:ext uri="{FF2B5EF4-FFF2-40B4-BE49-F238E27FC236}">
                <a16:creationId xmlns:a16="http://schemas.microsoft.com/office/drawing/2014/main" id="{A942D785-2149-1B8A-41C6-1682DD8C2FF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5686223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Educ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3E84C-6034-ECEC-139A-C925D4441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720BFB4-5BB2-EAF2-BF14-3181C99E704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5D9DC8BD-3534-83EA-39C2-FA7B4C3F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F6945F-5116-4D5F-9806-8D0D959F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97.Blank EducationHeader" descr="Classification: Internal">
            <a:extLst>
              <a:ext uri="{FF2B5EF4-FFF2-40B4-BE49-F238E27FC236}">
                <a16:creationId xmlns:a16="http://schemas.microsoft.com/office/drawing/2014/main" id="{4C946777-D4FD-7D77-D509-119776F9DC7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7495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du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6F441-EFD0-AFAF-EC3D-8860D7DC289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6A3A4B-5E08-515F-893B-9070BE9D04C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731BC8D-E26E-0674-83B1-6149FE092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FFEC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EE3846-0C41-09E6-19F1-B579C8E2AB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CEE140D-DDCC-83DE-B5EF-7A351935C9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2" name="hcSlideMaster97.Cover EductionHeader" descr="Classification: Internal">
            <a:extLst>
              <a:ext uri="{FF2B5EF4-FFF2-40B4-BE49-F238E27FC236}">
                <a16:creationId xmlns:a16="http://schemas.microsoft.com/office/drawing/2014/main" id="{EA602CEE-E8CA-07B7-11D2-CD568BF7E55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567890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92541-D6FF-920E-8DD4-0DF5E0390F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AF795EE-3A43-1B87-22F2-9C4A6AEA81F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40CE07-F721-8FAF-2CC1-2AB13B20B19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0338" y="-810765"/>
            <a:ext cx="6147337" cy="7202855"/>
          </a:xfrm>
          <a:prstGeom prst="rect">
            <a:avLst/>
          </a:prstGeom>
        </p:spPr>
      </p:pic>
      <p:sp>
        <p:nvSpPr>
          <p:cNvPr id="2" name="hcSlideMaster97.Education SeparatorHeader" descr="Classification: Internal">
            <a:extLst>
              <a:ext uri="{FF2B5EF4-FFF2-40B4-BE49-F238E27FC236}">
                <a16:creationId xmlns:a16="http://schemas.microsoft.com/office/drawing/2014/main" id="{F7BD7811-BAC7-36B2-50B8-5B03DA2BDD9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316004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97.Education Separator 1Header" descr="Classification: Internal">
            <a:extLst>
              <a:ext uri="{FF2B5EF4-FFF2-40B4-BE49-F238E27FC236}">
                <a16:creationId xmlns:a16="http://schemas.microsoft.com/office/drawing/2014/main" id="{35D2A76F-99A4-1345-67D9-4C5C3209E8E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8085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DA86D7A8-EB8A-2832-AB1B-6B23E1F58EE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A4BD74-7512-33AB-6164-950395DE13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9811453-6D1E-E7EA-8CBF-380FD472F7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EB988-81D2-5E6B-CE33-97926C2CBA6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7" name="hcSlideMaster97.Title onlyHeader" descr="Classification: Internal">
            <a:extLst>
              <a:ext uri="{FF2B5EF4-FFF2-40B4-BE49-F238E27FC236}">
                <a16:creationId xmlns:a16="http://schemas.microsoft.com/office/drawing/2014/main" id="{F26794A3-3DCE-F88C-4966-30942480F24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2141886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3" y="849280"/>
            <a:ext cx="3092819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97F2A1D-C049-E92B-CE18-27D154078F3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56FD4F-F82A-7090-E77B-88B017ACE06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E84A10-E266-7D18-DEC8-C4C885CB95B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97.Content 1Header" descr="Classification: Internal">
            <a:extLst>
              <a:ext uri="{FF2B5EF4-FFF2-40B4-BE49-F238E27FC236}">
                <a16:creationId xmlns:a16="http://schemas.microsoft.com/office/drawing/2014/main" id="{A21E3C72-A78F-FD2B-2BC9-737DD29AB55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72054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FFF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AF805B28-41B5-988C-4391-E0A122E5CBE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0084E3-673E-BE7E-4FB3-65782A60E8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9F4F83-80D5-19D6-FCEB-029BE2FE03A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97.Content 2Header" descr="Classification: Internal">
            <a:extLst>
              <a:ext uri="{FF2B5EF4-FFF2-40B4-BE49-F238E27FC236}">
                <a16:creationId xmlns:a16="http://schemas.microsoft.com/office/drawing/2014/main" id="{F6059361-B93F-93EB-ADC1-8E0A5929C7C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536258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57200D40-AB10-D5C6-A14C-A460890F2EA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888AB8-42DE-9A40-A4E3-69457E75BC9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F23A3B-16C8-F703-D2D0-52783B56126D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6" name="hcSlideMaster97.Content 3Header" descr="Classification: Internal">
            <a:extLst>
              <a:ext uri="{FF2B5EF4-FFF2-40B4-BE49-F238E27FC236}">
                <a16:creationId xmlns:a16="http://schemas.microsoft.com/office/drawing/2014/main" id="{27117CEA-6226-5AA9-A438-651BD38E753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198863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132F9-CE14-A6DD-1169-FF2861A087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3A4FE0C-7B28-D980-28F6-E0DA37F54F0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0B445AA-41FA-484F-294E-55D723EBF37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8829" y="95795"/>
            <a:ext cx="3176660" cy="6312278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0CD07F33-D45C-360D-7664-2C20467AA3B7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chemeClr val="bg2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chemeClr val="bg2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F40A7A-00A2-201A-C3B7-5C94422DC35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5D29B53-A698-D7B0-FC68-C9F4450402E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011C40-B2F1-BA53-A72E-292DE845E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5950C313-414B-67CE-20BA-35193DC6E1A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F5644F10-6634-904A-6F4B-AC6936FA73F5}"/>
              </a:ext>
            </a:extLst>
          </p:cNvPr>
          <p:cNvSpPr/>
          <p:nvPr userDrawn="1"/>
        </p:nvSpPr>
        <p:spPr>
          <a:xfrm>
            <a:off x="9304945" y="2480556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EB4317BA-0EED-29F5-3448-016F5060DDAB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BFF461B6-EF73-EF47-F747-A5372E8A8B4D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AE637C5C-0D4D-4D7B-8F5E-518829C9A509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1CED36F8-C398-07D6-EFF7-B22BC2BE03F5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84385682-9163-A031-2A55-EA543476F7A4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76202301-0DF2-50D9-3AFC-CF9B7FF04721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chemeClr val="bg2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9CFB9E4-7564-FE7E-5E6E-9FCB0F8A0BFC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48D74605-CFEF-CAAB-7FFD-4B4E84E135AF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chemeClr val="bg2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chemeClr val="bg2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chemeClr val="bg2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D6FD344-A2A8-AA79-36A3-8079C9093975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chemeClr val="bg2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A6B10E8-10E5-DA80-8E94-F3A78812008B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chemeClr val="bg2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chemeClr val="bg2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chemeClr val="bg2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chemeClr val="bg2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97.Closing slideHeader" descr="Classification: Internal">
            <a:extLst>
              <a:ext uri="{FF2B5EF4-FFF2-40B4-BE49-F238E27FC236}">
                <a16:creationId xmlns:a16="http://schemas.microsoft.com/office/drawing/2014/main" id="{FA4F296F-ED93-9D89-0A44-9899C7A6197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4061218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E378E5-4AE5-9417-E142-6F858F9FA57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23703E-AE3D-DE2C-6C4A-1A8C46057A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855271DE-BEBA-20AD-15A8-A0C5EC15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2E6A27-2F5D-6274-66D1-9F35D02A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127.BlankHeader" descr="Classification: Internal">
            <a:extLst>
              <a:ext uri="{FF2B5EF4-FFF2-40B4-BE49-F238E27FC236}">
                <a16:creationId xmlns:a16="http://schemas.microsoft.com/office/drawing/2014/main" id="{633DF194-DFFF-931C-5D6D-B7AF7069753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0060357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oftwa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3E84C-6034-ECEC-139A-C925D4441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720BFB4-5BB2-EAF2-BF14-3181C99E704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5D9DC8BD-3534-83EA-39C2-FA7B4C3F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8F6945F-5116-4D5F-9806-8D0D959F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127.Blank SoftwareHeader" descr="Classification: Internal">
            <a:extLst>
              <a:ext uri="{FF2B5EF4-FFF2-40B4-BE49-F238E27FC236}">
                <a16:creationId xmlns:a16="http://schemas.microsoft.com/office/drawing/2014/main" id="{B38ECE8F-9E6E-21EB-1784-03BE61D984C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631840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oftwa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6F441-EFD0-AFAF-EC3D-8860D7DC289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6A3A4B-5E08-515F-893B-9070BE9D04C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731BC8D-E26E-0674-83B1-6149FE092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C74E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EE3846-0C41-09E6-19F1-B579C8E2AB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CEE140D-DDCC-83DE-B5EF-7A351935C9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2F38C8C-3ABE-B952-D87C-9FA1F4576C8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030" y="1259573"/>
            <a:ext cx="667419" cy="832811"/>
          </a:xfrm>
          <a:prstGeom prst="rect">
            <a:avLst/>
          </a:prstGeom>
        </p:spPr>
      </p:pic>
      <p:sp>
        <p:nvSpPr>
          <p:cNvPr id="2" name="hcSlideMaster127.Cover SoftwareHeader" descr="Classification: Internal">
            <a:extLst>
              <a:ext uri="{FF2B5EF4-FFF2-40B4-BE49-F238E27FC236}">
                <a16:creationId xmlns:a16="http://schemas.microsoft.com/office/drawing/2014/main" id="{24F65258-001A-7D2F-A71D-142BB149555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3181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war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92541-D6FF-920E-8DD4-0DF5E0390F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AF795EE-3A43-1B87-22F2-9C4A6AEA81F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40CE07-F721-8FAF-2CC1-2AB13B20B19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0338" y="-784639"/>
            <a:ext cx="6147337" cy="7202855"/>
          </a:xfrm>
          <a:prstGeom prst="rect">
            <a:avLst/>
          </a:prstGeom>
        </p:spPr>
      </p:pic>
      <p:sp>
        <p:nvSpPr>
          <p:cNvPr id="2" name="hcSlideMaster127.Software SeparatorHeader" descr="Classification: Internal">
            <a:extLst>
              <a:ext uri="{FF2B5EF4-FFF2-40B4-BE49-F238E27FC236}">
                <a16:creationId xmlns:a16="http://schemas.microsoft.com/office/drawing/2014/main" id="{E54A7F25-1B9A-EA83-0235-44B9F7E888B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19126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war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rgbClr val="C74EFF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127.Software Separator 1Header" descr="Classification: Internal">
            <a:extLst>
              <a:ext uri="{FF2B5EF4-FFF2-40B4-BE49-F238E27FC236}">
                <a16:creationId xmlns:a16="http://schemas.microsoft.com/office/drawing/2014/main" id="{856C8448-B817-14EE-CB34-0F323914A95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389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C74EFF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86D7A8-EB8A-2832-AB1B-6B23E1F58EE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A4BD74-7512-33AB-6164-950395DE13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9811453-6D1E-E7EA-8CBF-380FD472F7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127.Title onlyHeader" descr="Classification: Internal">
            <a:extLst>
              <a:ext uri="{FF2B5EF4-FFF2-40B4-BE49-F238E27FC236}">
                <a16:creationId xmlns:a16="http://schemas.microsoft.com/office/drawing/2014/main" id="{877F3545-3486-99F1-19C4-4E55730C0D1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36984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3" y="849280"/>
            <a:ext cx="3092819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7F2A1D-C049-E92B-CE18-27D154078F3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56FD4F-F82A-7090-E77B-88B017ACE06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127.Content 1Header" descr="Classification: Internal">
            <a:extLst>
              <a:ext uri="{FF2B5EF4-FFF2-40B4-BE49-F238E27FC236}">
                <a16:creationId xmlns:a16="http://schemas.microsoft.com/office/drawing/2014/main" id="{D99168BF-4C5E-24E7-BCD4-6CA03599278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4494693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C74EFF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AF805B28-41B5-988C-4391-E0A122E5CBE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0084E3-673E-BE7E-4FB3-65782A60E8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hcSlideMaster127.Content 2Header" descr="Classification: Internal">
            <a:extLst>
              <a:ext uri="{FF2B5EF4-FFF2-40B4-BE49-F238E27FC236}">
                <a16:creationId xmlns:a16="http://schemas.microsoft.com/office/drawing/2014/main" id="{78D252AB-EEE1-D5E7-458F-1C5FF238D93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8195876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7200D40-AB10-D5C6-A14C-A460890F2EA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888AB8-42DE-9A40-A4E3-69457E75BC9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127.Content 3Header" descr="Classification: Internal">
            <a:extLst>
              <a:ext uri="{FF2B5EF4-FFF2-40B4-BE49-F238E27FC236}">
                <a16:creationId xmlns:a16="http://schemas.microsoft.com/office/drawing/2014/main" id="{1C87BECE-19AF-26B8-3495-A7D87C8BD65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1744406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132F9-CE14-A6DD-1169-FF2861A087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3A4FE0C-7B28-D980-28F6-E0DA37F54F0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0B445AA-41FA-484F-294E-55D723EBF37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1856" y="95795"/>
            <a:ext cx="3176660" cy="6312278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7DE9EEC7-AF32-5E86-4F20-2666ED2D6399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C74EFF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C74EFF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4F48DA5-4920-5198-2A70-1046CFD7861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C0876B5-F548-22FE-551E-87D6CB1CCFD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D19B73-9EAD-BCC6-E8A1-254CDE5DE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EE6BDB8-F8B5-11F7-F75E-97499B5B9D9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64F7FA98-4E23-12E7-0423-A6BC8A7B87B4}"/>
              </a:ext>
            </a:extLst>
          </p:cNvPr>
          <p:cNvSpPr/>
          <p:nvPr userDrawn="1"/>
        </p:nvSpPr>
        <p:spPr>
          <a:xfrm>
            <a:off x="9304945" y="2474447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099F1026-5426-0FE8-11CA-07C78D953C7E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3B36374C-45B2-68A4-DADE-E8F378489677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32147357-1D66-5A6A-19F9-06856AA7E7B8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0454DD7E-FE5C-A4AD-5121-F341A77438B9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0B027CA6-3CBD-60E9-A177-B73346DDF3E0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80DCF091-7543-B322-6F9C-314365037B34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C74EFF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AE4F13A-A925-3AEB-7F7B-5FCC5872F21B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CC7505D6-6CF4-EEA0-1E45-B0020E0FCBFF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C74EFF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C74EFF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C74EFF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C74EFF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8540BA-484C-7A0D-6E42-0934796D8130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C74EFF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C74EFF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8DBE1D6-7939-7DF7-B6A2-B648E1D4EE66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C74EFF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C74EFF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C74EFF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C74EFF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127.Closing slideHeader" descr="Classification: Internal">
            <a:extLst>
              <a:ext uri="{FF2B5EF4-FFF2-40B4-BE49-F238E27FC236}">
                <a16:creationId xmlns:a16="http://schemas.microsoft.com/office/drawing/2014/main" id="{E2A88872-0A64-B597-A100-0720403333A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82613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chemeClr val="tx2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D6EC99-4C08-E19F-2A6A-37CC4D78C09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3ACE9-CC83-45F7-3401-2EA0CE1A158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24439108-2EAD-269C-E74E-8A14879C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6CC4D9-14C5-7E29-16E1-0F666E8CA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hcSlideMaster107.BlankHeader" descr="Classification: Internal">
            <a:extLst>
              <a:ext uri="{FF2B5EF4-FFF2-40B4-BE49-F238E27FC236}">
                <a16:creationId xmlns:a16="http://schemas.microsoft.com/office/drawing/2014/main" id="{4E7AC85F-4C69-ED8B-DAE4-7052BAF32F2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0683877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areers Indi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44F66-EA1A-0AEB-084A-0516A59988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24298FF-03E4-2DA8-C282-217580F04AB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1B6E1755-7B89-ACFF-C2CF-362EFC59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9FDE534-E1E0-9330-C061-AC4FB2DFC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hcSlideMaster107.Blank Careers IndigoHeader" descr="Classification: Internal">
            <a:extLst>
              <a:ext uri="{FF2B5EF4-FFF2-40B4-BE49-F238E27FC236}">
                <a16:creationId xmlns:a16="http://schemas.microsoft.com/office/drawing/2014/main" id="{D001A6B8-183B-8643-A443-FD96C314DED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9278075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areers Indi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sp>
        <p:nvSpPr>
          <p:cNvPr id="45" name="Picture Placeholder 12">
            <a:extLst>
              <a:ext uri="{FF2B5EF4-FFF2-40B4-BE49-F238E27FC236}">
                <a16:creationId xmlns:a16="http://schemas.microsoft.com/office/drawing/2014/main" id="{4C0A6BFA-50DF-57AC-2B5C-E6000CAC2B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112CD-0ACC-D120-8D27-4BB1230130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B721608-2F07-6582-E03A-F2FF9FF2D24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8530E70-0EA6-5A47-46BB-9E04830E47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FF1F3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A6C93F6-03F2-8A67-9C73-0558993EBE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1A996BE-0825-AC7E-2648-F2137C4015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BCAD5F-9046-1D90-CB7A-5D440E717CE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81881" y="1259573"/>
            <a:ext cx="836703" cy="832811"/>
          </a:xfrm>
          <a:prstGeom prst="rect">
            <a:avLst/>
          </a:prstGeom>
        </p:spPr>
      </p:pic>
      <p:sp>
        <p:nvSpPr>
          <p:cNvPr id="2" name="hcSlideMaster107.Cover Careers IndigoHeader" descr="Classification: Internal">
            <a:extLst>
              <a:ext uri="{FF2B5EF4-FFF2-40B4-BE49-F238E27FC236}">
                <a16:creationId xmlns:a16="http://schemas.microsoft.com/office/drawing/2014/main" id="{44EF6058-D735-0D7B-9B6E-E09EE5DD11E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9180686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eers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9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548F1-23F8-8642-BEE3-076E1F2EF6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BA23B7-96A5-5301-AE49-654A4B152DB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01841F9-A542-8BC8-B870-B888FF4804C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0338" y="-819474"/>
            <a:ext cx="6147337" cy="7202855"/>
          </a:xfrm>
          <a:prstGeom prst="rect">
            <a:avLst/>
          </a:prstGeom>
        </p:spPr>
      </p:pic>
      <p:sp>
        <p:nvSpPr>
          <p:cNvPr id="2" name="hcSlideMaster107.Careers SeparatorHeader" descr="Classification: Internal">
            <a:extLst>
              <a:ext uri="{FF2B5EF4-FFF2-40B4-BE49-F238E27FC236}">
                <a16:creationId xmlns:a16="http://schemas.microsoft.com/office/drawing/2014/main" id="{48ECA2E5-E7D0-3ACC-35D3-B1CB5A06BEE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70247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eer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211" y="1273423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1112" y="2710967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888104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rgbClr val="350FA2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ED7F9B-1CC2-5923-C6F2-75DA114C2C7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133" y="892387"/>
            <a:ext cx="2453641" cy="5378292"/>
          </a:xfrm>
          <a:prstGeom prst="rect">
            <a:avLst/>
          </a:prstGeom>
        </p:spPr>
      </p:pic>
      <p:sp>
        <p:nvSpPr>
          <p:cNvPr id="6" name="hcSlideMaster107.Career Separator 1Header" descr="Classification: Internal">
            <a:extLst>
              <a:ext uri="{FF2B5EF4-FFF2-40B4-BE49-F238E27FC236}">
                <a16:creationId xmlns:a16="http://schemas.microsoft.com/office/drawing/2014/main" id="{861C2B88-6C31-EEB0-D110-8E8C859F69C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72410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6FF2C9-5A55-14AD-DEC9-821A8522710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E1E2F5-EB25-81B0-3F10-DD98DF50BE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713796C-3320-0ECF-66D8-F6CE699F68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6" name="hcSlideMaster107.Title onlyHeader" descr="Classification: Internal">
            <a:extLst>
              <a:ext uri="{FF2B5EF4-FFF2-40B4-BE49-F238E27FC236}">
                <a16:creationId xmlns:a16="http://schemas.microsoft.com/office/drawing/2014/main" id="{2B13D904-627C-9ADE-C3AD-DE33839C34B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5261155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3" y="849280"/>
            <a:ext cx="300655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EF57BCC-47BF-545C-0DF9-135873DC951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6C0694-B578-400F-9A6E-6F6171E6518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4" name="hcSlideMaster107.Content 1Header" descr="Classification: Internal">
            <a:extLst>
              <a:ext uri="{FF2B5EF4-FFF2-40B4-BE49-F238E27FC236}">
                <a16:creationId xmlns:a16="http://schemas.microsoft.com/office/drawing/2014/main" id="{103C8CEC-718B-B968-24F0-B18CE0F915D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8251883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FF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6945288F-9FDE-C67D-0DB3-DF13C0AA053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1D8273-63D1-E0C5-7B98-CA4467AD5C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hcSlideMaster107.Content 2Header" descr="Classification: Internal">
            <a:extLst>
              <a:ext uri="{FF2B5EF4-FFF2-40B4-BE49-F238E27FC236}">
                <a16:creationId xmlns:a16="http://schemas.microsoft.com/office/drawing/2014/main" id="{E96EE6AA-503F-F055-1960-3FC8F605293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0759821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2026 Tata Technologies. All rights reserved. All other trademarks are trademarks of their respective owners.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7C6B3-8CEF-7876-AC75-3C33BE833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hcSlideMaster107.Content 3Header" descr="Classification: Internal">
            <a:extLst>
              <a:ext uri="{FF2B5EF4-FFF2-40B4-BE49-F238E27FC236}">
                <a16:creationId xmlns:a16="http://schemas.microsoft.com/office/drawing/2014/main" id="{72310C62-1DAA-B20C-C6AE-7CB3F2AF818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2835841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2026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D18B0-9E63-2192-0B47-6150D1F673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83746A2-9431-CBCB-8F0B-CA2C7CB7067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CF5718-928F-51C5-C1DE-94E4A65E67A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3436" y="95795"/>
            <a:ext cx="3176660" cy="6312278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FE70E057-9A14-0092-2D6F-01FA1F7BA840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FF1F36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FF1F36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FFF53AF-8E24-7471-568A-3004084241D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5525EC-C460-2343-BA5D-8E64D58045A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D4C3181-F4C1-9881-2E49-448D643BA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C3C8ED9-A91E-6845-6A1E-533CAAC0C47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0" name="Rectangle 29">
            <a:hlinkClick r:id="rId11"/>
            <a:extLst>
              <a:ext uri="{FF2B5EF4-FFF2-40B4-BE49-F238E27FC236}">
                <a16:creationId xmlns:a16="http://schemas.microsoft.com/office/drawing/2014/main" id="{00373546-65C4-7D82-CB42-DC79CF3E3F5A}"/>
              </a:ext>
            </a:extLst>
          </p:cNvPr>
          <p:cNvSpPr/>
          <p:nvPr userDrawn="1"/>
        </p:nvSpPr>
        <p:spPr>
          <a:xfrm>
            <a:off x="9288922" y="2480556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2" name="Rectangle 31">
            <a:hlinkClick r:id="rId12"/>
            <a:extLst>
              <a:ext uri="{FF2B5EF4-FFF2-40B4-BE49-F238E27FC236}">
                <a16:creationId xmlns:a16="http://schemas.microsoft.com/office/drawing/2014/main" id="{74CDD233-36E5-523F-D3BC-B3920363756D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3"/>
            <a:extLst>
              <a:ext uri="{FF2B5EF4-FFF2-40B4-BE49-F238E27FC236}">
                <a16:creationId xmlns:a16="http://schemas.microsoft.com/office/drawing/2014/main" id="{4CD533D1-8704-26E5-5330-8D871CD99AAB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4"/>
            <a:extLst>
              <a:ext uri="{FF2B5EF4-FFF2-40B4-BE49-F238E27FC236}">
                <a16:creationId xmlns:a16="http://schemas.microsoft.com/office/drawing/2014/main" id="{7F7D9CA0-69B6-55CB-1E76-90C8CA3C4938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5"/>
            <a:extLst>
              <a:ext uri="{FF2B5EF4-FFF2-40B4-BE49-F238E27FC236}">
                <a16:creationId xmlns:a16="http://schemas.microsoft.com/office/drawing/2014/main" id="{5C3A997B-259C-F90F-0B36-F4FD3ED4910F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16"/>
            <a:extLst>
              <a:ext uri="{FF2B5EF4-FFF2-40B4-BE49-F238E27FC236}">
                <a16:creationId xmlns:a16="http://schemas.microsoft.com/office/drawing/2014/main" id="{E3A0D8C6-D0CC-0A5A-CD6A-72D220A5D3AC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884F557C-F662-38EA-6EA9-3540D3188ED3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FF1F36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5CA0D9E-1155-569B-617B-1BC60B7A4E7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F0F5A8A0-CF40-C7C5-2329-23A16E59D67E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FF1F36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FF1F36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FF1F36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FF1F36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ACA1202-A371-7E11-6EEF-878C9D95F5F9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FF1F36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FF1F36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5745BF6-3A84-60D8-89EE-511C08EFBE6B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FF1F36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FF1F36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FF1F36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FF1F36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6" name="hcSlideMaster107.Closing slideHeader" descr="Classification: Internal">
            <a:extLst>
              <a:ext uri="{FF2B5EF4-FFF2-40B4-BE49-F238E27FC236}">
                <a16:creationId xmlns:a16="http://schemas.microsoft.com/office/drawing/2014/main" id="{769E9132-252D-847F-F01E-54B95423BE5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00FF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7338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E1F81-54B0-CA8C-579B-65C43DF9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22B28-5C0A-F15D-DEB9-79224D3E6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3B3C-660F-9BA9-A3F2-3CC0E10FD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fld id="{0E015CAF-0C4B-9544-BBD2-3C7801AE0D1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AC6AD-148C-BFC5-341A-95869B09E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3C51-6625-E87E-34CE-731A0F721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fld id="{207BE133-890D-A14D-9910-01D37695BD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188F183-A0DE-CA6C-1613-AD5BF1221250}"/>
              </a:ext>
            </a:extLst>
          </p:cNvPr>
          <p:cNvSpPr txBox="1">
            <a:spLocks/>
          </p:cNvSpPr>
          <p:nvPr userDrawn="1"/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32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B1DB5C-CBD1-46F1-83D6-F5AA23577CB7}" type="slidenum">
              <a:rPr lang="en-GB" smtClean="0">
                <a:latin typeface="DM Sans" pitchFamily="2" charset="77"/>
              </a:rPr>
              <a:pPr/>
              <a:t>‹#›</a:t>
            </a:fld>
            <a:endParaRPr lang="en-GB">
              <a:latin typeface="DM Sans" pitchFamily="2" charset="77"/>
            </a:endParaRPr>
          </a:p>
        </p:txBody>
      </p:sp>
      <p:sp>
        <p:nvSpPr>
          <p:cNvPr id="8" name="geodi_dlp_header">
            <a:extLst>
              <a:ext uri="{FF2B5EF4-FFF2-40B4-BE49-F238E27FC236}">
                <a16:creationId xmlns:a16="http://schemas.microsoft.com/office/drawing/2014/main" id="{433319AA-8F6D-B144-27D1-CC5642B2D5C7}"/>
              </a:ext>
            </a:extLst>
          </p:cNvPr>
          <p:cNvSpPr txBox="1"/>
          <p:nvPr userDrawn="1"/>
        </p:nvSpPr>
        <p:spPr>
          <a:xfrm>
            <a:off x="4977342" y="0"/>
            <a:ext cx="1704313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0" i="0" u="none">
                <a:solidFill>
                  <a:srgbClr val="0000FF">
                    <a:alpha val="60000"/>
                  </a:srgbClr>
                </a:solidFill>
                <a:latin typeface="Arial" panose="020B0604020202020204" pitchFamily="34" charset="0"/>
              </a:rPr>
              <a:t>TTL-Classification: Internal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3521E-C201-6870-6F93-ED392082AC3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08187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3DADC-31C7-FA97-2059-2FDA2F1A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74003-ECCB-FDBB-F151-085209AF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2518-1905-FB41-4AEE-B5B5ED089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fld id="{F2A89D12-E46C-7749-BEFC-EF47A11E5828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652F-269A-06E3-7D6E-BD834695D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AFCA-95F9-7FFF-F015-85C45EBCD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M Sans" pitchFamily="2" charset="77"/>
              </a:defRPr>
            </a:lvl1pPr>
          </a:lstStyle>
          <a:p>
            <a:fld id="{3613B1A1-B803-7A4A-A51B-38DBAEB87B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BBE384-033A-935A-93D3-AEFD23305B65}"/>
              </a:ext>
            </a:extLst>
          </p:cNvPr>
          <p:cNvSpPr txBox="1">
            <a:spLocks/>
          </p:cNvSpPr>
          <p:nvPr userDrawn="1"/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32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B1DB5C-CBD1-46F1-83D6-F5AA23577CB7}" type="slidenum">
              <a:rPr lang="en-GB" smtClean="0">
                <a:latin typeface="DM Sans" pitchFamily="2" charset="77"/>
              </a:rPr>
              <a:pPr/>
              <a:t>‹#›</a:t>
            </a:fld>
            <a:endParaRPr lang="en-GB">
              <a:latin typeface="DM Sa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DAF71-B88E-C1D9-A4CB-04FDAC327C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2640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F8D2C-EF63-C501-51C8-F5C70156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86E2E-130B-5B5D-61FC-F9591C6EA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1877-A390-7B54-0DB9-3115E68AA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4FBAA-9A32-DC41-8281-F3D581BBA38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8D53B-9E06-84C1-173C-1FE131D4F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F3BB-9A7B-8D08-E834-F3628BFE5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84038-3D22-C84E-88F3-BB4551B5E9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F61084DB-21B7-1DC1-E1F3-6C99E14A2C15}"/>
              </a:ext>
            </a:extLst>
          </p:cNvPr>
          <p:cNvSpPr txBox="1">
            <a:spLocks/>
          </p:cNvSpPr>
          <p:nvPr userDrawn="1"/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32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B1DB5C-CBD1-46F1-83D6-F5AA23577CB7}" type="slidenum">
              <a:rPr lang="en-GB" smtClean="0">
                <a:solidFill>
                  <a:srgbClr val="000000"/>
                </a:solidFill>
                <a:latin typeface="DM Sans"/>
              </a:rPr>
              <a:pPr/>
              <a:t>‹#›</a:t>
            </a:fld>
            <a:endParaRPr lang="en-GB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2483E-1A44-B477-03C8-3635CC0475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11167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DM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B7DF3C-DB7F-0CAB-C5BE-22B2CC315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1CCFE-2413-7680-95CB-CB5DB90CB8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27619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2" r:id="rId2"/>
    <p:sldLayoutId id="2147483649" r:id="rId3"/>
    <p:sldLayoutId id="2147483673" r:id="rId4"/>
    <p:sldLayoutId id="2147483792" r:id="rId5"/>
    <p:sldLayoutId id="2147483793" r:id="rId6"/>
    <p:sldLayoutId id="2147483794" r:id="rId7"/>
    <p:sldLayoutId id="2147483795" r:id="rId8"/>
    <p:sldLayoutId id="2147483676" r:id="rId9"/>
    <p:sldLayoutId id="2147483674" r:id="rId10"/>
    <p:sldLayoutId id="2147483685" r:id="rId11"/>
    <p:sldLayoutId id="2147483677" r:id="rId12"/>
    <p:sldLayoutId id="2147483678" r:id="rId13"/>
    <p:sldLayoutId id="2147483679" r:id="rId14"/>
    <p:sldLayoutId id="2147483686" r:id="rId15"/>
    <p:sldLayoutId id="2147483680" r:id="rId16"/>
    <p:sldLayoutId id="2147483681" r:id="rId17"/>
    <p:sldLayoutId id="2147483683" r:id="rId18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105D-FB5D-5C8D-6D83-0BEF6488563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97176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4" r:id="rId4"/>
    <p:sldLayoutId id="2147483784" r:id="rId5"/>
    <p:sldLayoutId id="2147483695" r:id="rId6"/>
    <p:sldLayoutId id="2147483696" r:id="rId7"/>
    <p:sldLayoutId id="2147483697" r:id="rId8"/>
    <p:sldLayoutId id="2147483698" r:id="rId9"/>
    <p:sldLayoutId id="214748370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A817D-D55B-6D1F-192D-D6A4010095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18105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85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59D7-5922-934B-637B-DED4D516B8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8103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86" r:id="rId5"/>
    <p:sldLayoutId id="2147483719" r:id="rId6"/>
    <p:sldLayoutId id="2147483720" r:id="rId7"/>
    <p:sldLayoutId id="2147483721" r:id="rId8"/>
    <p:sldLayoutId id="2147483722" r:id="rId9"/>
    <p:sldLayoutId id="214748372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034A1-B9DC-15BF-AF3C-AE9AF25A58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46193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87" r:id="rId5"/>
    <p:sldLayoutId id="2147483729" r:id="rId6"/>
    <p:sldLayoutId id="2147483730" r:id="rId7"/>
    <p:sldLayoutId id="2147483731" r:id="rId8"/>
    <p:sldLayoutId id="2147483732" r:id="rId9"/>
    <p:sldLayoutId id="214748373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95391-E151-B53C-EB9A-51F70B92A1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60210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88" r:id="rId5"/>
    <p:sldLayoutId id="2147483739" r:id="rId6"/>
    <p:sldLayoutId id="2147483740" r:id="rId7"/>
    <p:sldLayoutId id="2147483741" r:id="rId8"/>
    <p:sldLayoutId id="2147483742" r:id="rId9"/>
    <p:sldLayoutId id="214748374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BA48A-B72B-357D-30D3-2D8635891A9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59135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89" r:id="rId5"/>
    <p:sldLayoutId id="2147483749" r:id="rId6"/>
    <p:sldLayoutId id="2147483750" r:id="rId7"/>
    <p:sldLayoutId id="2147483751" r:id="rId8"/>
    <p:sldLayoutId id="2147483752" r:id="rId9"/>
    <p:sldLayoutId id="214748375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4F501-A102-CE0F-30CE-0C2A439384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68525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90" r:id="rId5"/>
    <p:sldLayoutId id="2147483779" r:id="rId6"/>
    <p:sldLayoutId id="2147483780" r:id="rId7"/>
    <p:sldLayoutId id="2147483781" r:id="rId8"/>
    <p:sldLayoutId id="2147483782" r:id="rId9"/>
    <p:sldLayoutId id="214748378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B5DE6-1DAF-6112-726C-D279986AD3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59818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91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499E15F-B3C8-98DF-6CBC-EFE43F6426DD}"/>
              </a:ext>
            </a:extLst>
          </p:cNvPr>
          <p:cNvSpPr txBox="1">
            <a:spLocks/>
          </p:cNvSpPr>
          <p:nvPr/>
        </p:nvSpPr>
        <p:spPr>
          <a:xfrm>
            <a:off x="245653" y="4212870"/>
            <a:ext cx="4291843" cy="414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332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July 2026</a:t>
            </a:r>
            <a:endParaRPr lang="en-US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932916A-A05E-BBCD-A3B0-FC35DBED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45" y="2528388"/>
            <a:ext cx="5809548" cy="1737244"/>
          </a:xfrm>
        </p:spPr>
        <p:txBody>
          <a:bodyPr/>
          <a:lstStyle/>
          <a:p>
            <a:r>
              <a:rPr lang="en-GB" dirty="0"/>
              <a:t>Discussion on QCC Project for JLR Sweden</a:t>
            </a:r>
            <a:endParaRPr lang="en-US" dirty="0"/>
          </a:p>
        </p:txBody>
      </p:sp>
      <p:pic>
        <p:nvPicPr>
          <p:cNvPr id="8" name="Picture Placeholder 16">
            <a:extLst>
              <a:ext uri="{FF2B5EF4-FFF2-40B4-BE49-F238E27FC236}">
                <a16:creationId xmlns:a16="http://schemas.microsoft.com/office/drawing/2014/main" id="{329E04E9-E437-632E-69DB-605E4AFD8E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36800" y="914399"/>
            <a:ext cx="6055200" cy="4744529"/>
          </a:xfr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A85CF0C-D0A6-A807-9BEA-9A5FB8E5DD2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0491" y="182880"/>
            <a:ext cx="2725751" cy="63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5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3A34-B88A-0CCB-1A60-6FCF5F23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12" y="780079"/>
            <a:ext cx="10515600" cy="445170"/>
          </a:xfrm>
        </p:spPr>
        <p:txBody>
          <a:bodyPr/>
          <a:lstStyle/>
          <a:p>
            <a:r>
              <a:rPr lang="en-US" dirty="0">
                <a:latin typeface="DM Sans"/>
              </a:rPr>
              <a:t>Quality Checker for LUCID Motors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FF5EB-ED41-76FD-E2ED-B1120E768ADF}"/>
              </a:ext>
            </a:extLst>
          </p:cNvPr>
          <p:cNvSpPr txBox="1"/>
          <p:nvPr/>
        </p:nvSpPr>
        <p:spPr>
          <a:xfrm>
            <a:off x="425115" y="1540041"/>
            <a:ext cx="11341769" cy="484748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2100" b="1" dirty="0">
                <a:solidFill>
                  <a:srgbClr val="002060"/>
                </a:solidFill>
                <a:latin typeface="+mn-lt"/>
                <a:ea typeface="Roboto Medium" panose="02000000000000000000" pitchFamily="2" charset="0"/>
              </a:rPr>
              <a:t>Project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latin typeface="+mn-lt"/>
                <a:ea typeface="Roboto Medium" panose="02000000000000000000" pitchFamily="2" charset="0"/>
              </a:rPr>
              <a:t>CAD Data Quality Checks</a:t>
            </a:r>
          </a:p>
          <a:p>
            <a:pPr algn="l"/>
            <a:endParaRPr lang="en-IN" sz="2100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pPr algn="l"/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Customer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LUCID Motors</a:t>
            </a:r>
          </a:p>
          <a:p>
            <a:pPr algn="l"/>
            <a:endParaRPr lang="en-IN" sz="2100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Service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PLM Rule Set using Quality Rules Designer App in 3D Experience.</a:t>
            </a:r>
          </a:p>
          <a:p>
            <a:endParaRPr lang="en-IN" sz="2100" b="1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Service Scope :- </a:t>
            </a:r>
          </a:p>
          <a:p>
            <a:endParaRPr lang="en-IN" sz="2100" b="1" dirty="0">
              <a:solidFill>
                <a:srgbClr val="002060"/>
              </a:solidFill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Profile Creation using Profile Manager to run the Quality Checker tool in their assemble.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100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Checks added for different object types.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100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Report of the checks generated.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100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Result saved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186119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A705-C687-9258-D436-C60F909E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420B2D-B42E-57A9-27E6-C78F243A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4" y="780079"/>
            <a:ext cx="10515600" cy="445170"/>
          </a:xfrm>
        </p:spPr>
        <p:txBody>
          <a:bodyPr/>
          <a:lstStyle/>
          <a:p>
            <a:r>
              <a:rPr lang="en-US" dirty="0"/>
              <a:t>Quality Checker for LUCID Motors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371C68-2CD4-8FC1-B7E2-19F6C88979D0}"/>
              </a:ext>
            </a:extLst>
          </p:cNvPr>
          <p:cNvSpPr/>
          <p:nvPr/>
        </p:nvSpPr>
        <p:spPr>
          <a:xfrm>
            <a:off x="866274" y="2069432"/>
            <a:ext cx="1764632" cy="1203158"/>
          </a:xfrm>
          <a:prstGeom prst="roundRect">
            <a:avLst/>
          </a:prstGeom>
          <a:noFill/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B821D1-C448-561B-C5B3-ADCA3EDD8C2B}"/>
              </a:ext>
            </a:extLst>
          </p:cNvPr>
          <p:cNvSpPr/>
          <p:nvPr/>
        </p:nvSpPr>
        <p:spPr>
          <a:xfrm>
            <a:off x="449179" y="1327355"/>
            <a:ext cx="11373853" cy="3430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Tools &amp; Technologies Used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1B8464-ECA2-18D2-2D3C-2E4C41CCB4CC}"/>
              </a:ext>
            </a:extLst>
          </p:cNvPr>
          <p:cNvSpPr/>
          <p:nvPr/>
        </p:nvSpPr>
        <p:spPr>
          <a:xfrm>
            <a:off x="1533832" y="1893242"/>
            <a:ext cx="363793" cy="343064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59CF3D-3C1A-A854-2242-C01B4374D7EF}"/>
              </a:ext>
            </a:extLst>
          </p:cNvPr>
          <p:cNvSpPr/>
          <p:nvPr/>
        </p:nvSpPr>
        <p:spPr>
          <a:xfrm>
            <a:off x="1425676" y="1776720"/>
            <a:ext cx="599768" cy="565887"/>
          </a:xfrm>
          <a:prstGeom prst="ellipse">
            <a:avLst/>
          </a:prstGeom>
          <a:noFill/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pic>
        <p:nvPicPr>
          <p:cNvPr id="11" name="Picture 2" descr="What Is 3DEXPERIENCE SOLIDWORKS? - GSC">
            <a:extLst>
              <a:ext uri="{FF2B5EF4-FFF2-40B4-BE49-F238E27FC236}">
                <a16:creationId xmlns:a16="http://schemas.microsoft.com/office/drawing/2014/main" id="{1312F797-C811-706D-8345-5274567DC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6" t="12459" r="30387" b="7967"/>
          <a:stretch/>
        </p:blipFill>
        <p:spPr bwMode="auto">
          <a:xfrm>
            <a:off x="1435508" y="2412496"/>
            <a:ext cx="599767" cy="69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59F347-AFBA-E291-913D-1FFD0779270D}"/>
              </a:ext>
            </a:extLst>
          </p:cNvPr>
          <p:cNvSpPr txBox="1"/>
          <p:nvPr/>
        </p:nvSpPr>
        <p:spPr>
          <a:xfrm>
            <a:off x="2762865" y="2069432"/>
            <a:ext cx="1995948" cy="107721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PLM Ruleset creation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VBA 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Quality rule capture</a:t>
            </a:r>
          </a:p>
          <a:p>
            <a:pPr algn="l"/>
            <a:r>
              <a:rPr lang="en-IN" sz="1400" dirty="0"/>
              <a:t>OOTB</a:t>
            </a:r>
            <a:r>
              <a:rPr lang="en-IN" sz="1400" dirty="0">
                <a:ea typeface="Roboto Medium" panose="02000000000000000000" pitchFamily="2" charset="0"/>
              </a:rPr>
              <a:t> report</a:t>
            </a:r>
            <a:endParaRPr lang="en-IN" sz="1400" dirty="0">
              <a:solidFill>
                <a:schemeClr val="tx1"/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EF3AC5-90E0-FA5E-BE0E-568071CE8A25}"/>
              </a:ext>
            </a:extLst>
          </p:cNvPr>
          <p:cNvSpPr/>
          <p:nvPr/>
        </p:nvSpPr>
        <p:spPr>
          <a:xfrm>
            <a:off x="953520" y="4051079"/>
            <a:ext cx="1764632" cy="12031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CB6D94-F662-999C-6CFE-E1514964B123}"/>
              </a:ext>
            </a:extLst>
          </p:cNvPr>
          <p:cNvSpPr/>
          <p:nvPr/>
        </p:nvSpPr>
        <p:spPr>
          <a:xfrm>
            <a:off x="1621078" y="3874889"/>
            <a:ext cx="363793" cy="34306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A2E68E-B073-87E1-EB7E-8BF0FED7E996}"/>
              </a:ext>
            </a:extLst>
          </p:cNvPr>
          <p:cNvSpPr/>
          <p:nvPr/>
        </p:nvSpPr>
        <p:spPr>
          <a:xfrm>
            <a:off x="1522754" y="3763477"/>
            <a:ext cx="599768" cy="56588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pic>
        <p:nvPicPr>
          <p:cNvPr id="16" name="Picture 2" descr="What Is 3DEXPERIENCE SOLIDWORKS? - GSC">
            <a:extLst>
              <a:ext uri="{FF2B5EF4-FFF2-40B4-BE49-F238E27FC236}">
                <a16:creationId xmlns:a16="http://schemas.microsoft.com/office/drawing/2014/main" id="{87B8DB92-682E-AF75-3D25-B8BEB6930C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6" t="12459" r="30387" b="7967"/>
          <a:stretch/>
        </p:blipFill>
        <p:spPr bwMode="auto">
          <a:xfrm>
            <a:off x="1522754" y="4394143"/>
            <a:ext cx="599767" cy="69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036083-FAC4-16B3-BE72-5D936FB1E652}"/>
              </a:ext>
            </a:extLst>
          </p:cNvPr>
          <p:cNvSpPr txBox="1"/>
          <p:nvPr/>
        </p:nvSpPr>
        <p:spPr>
          <a:xfrm>
            <a:off x="2850111" y="4051079"/>
            <a:ext cx="199594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ea typeface="Roboto Medium" panose="02000000000000000000" pitchFamily="2" charset="0"/>
              </a:rPr>
              <a:t>Data setup</a:t>
            </a:r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CAD model configuration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Knowledge resources</a:t>
            </a:r>
            <a:endParaRPr lang="en-IN" sz="1400" dirty="0">
              <a:solidFill>
                <a:schemeClr val="tx1"/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47C1E2-8B72-ABCC-DFAE-D0CFA54CE59E}"/>
              </a:ext>
            </a:extLst>
          </p:cNvPr>
          <p:cNvSpPr/>
          <p:nvPr/>
        </p:nvSpPr>
        <p:spPr>
          <a:xfrm>
            <a:off x="6426416" y="2069432"/>
            <a:ext cx="1764632" cy="12031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B6BDAF-6E92-30CA-0E01-5D092FB55E8B}"/>
              </a:ext>
            </a:extLst>
          </p:cNvPr>
          <p:cNvSpPr/>
          <p:nvPr/>
        </p:nvSpPr>
        <p:spPr>
          <a:xfrm>
            <a:off x="7093974" y="1893242"/>
            <a:ext cx="363793" cy="34306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37D4A8-CFE0-F4CD-5744-617DC414A018}"/>
              </a:ext>
            </a:extLst>
          </p:cNvPr>
          <p:cNvSpPr/>
          <p:nvPr/>
        </p:nvSpPr>
        <p:spPr>
          <a:xfrm>
            <a:off x="6985818" y="1776720"/>
            <a:ext cx="599768" cy="56588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70C73-0A42-F73F-183F-88D434EE109D}"/>
              </a:ext>
            </a:extLst>
          </p:cNvPr>
          <p:cNvSpPr txBox="1"/>
          <p:nvPr/>
        </p:nvSpPr>
        <p:spPr>
          <a:xfrm>
            <a:off x="8323007" y="2069432"/>
            <a:ext cx="199594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PLM Ruleset extraction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VBA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Knowledge ware</a:t>
            </a:r>
            <a:endParaRPr lang="en-IN" sz="1400" dirty="0">
              <a:solidFill>
                <a:schemeClr val="tx1"/>
              </a:solidFill>
              <a:latin typeface="+mn-lt"/>
              <a:ea typeface="Roboto Medium" panose="02000000000000000000" pitchFamily="2" charset="0"/>
            </a:endParaRPr>
          </a:p>
        </p:txBody>
      </p:sp>
      <p:pic>
        <p:nvPicPr>
          <p:cNvPr id="22" name="Picture 4" descr="Installation Guide: How to install CATIA V5 (All Versions) – Hawk Ridge ...">
            <a:extLst>
              <a:ext uri="{FF2B5EF4-FFF2-40B4-BE49-F238E27FC236}">
                <a16:creationId xmlns:a16="http://schemas.microsoft.com/office/drawing/2014/main" id="{2BA283C3-241C-0FDB-0ABC-73770C1C7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27" y="2448908"/>
            <a:ext cx="758479" cy="56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0180CC-DD3E-58DE-BD7A-7BA896BD2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817" y="3763477"/>
            <a:ext cx="5860663" cy="255476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FFD35CC-4A88-85AB-D48B-B00224116242}"/>
              </a:ext>
            </a:extLst>
          </p:cNvPr>
          <p:cNvSpPr txBox="1"/>
          <p:nvPr/>
        </p:nvSpPr>
        <p:spPr>
          <a:xfrm>
            <a:off x="5377817" y="3477689"/>
            <a:ext cx="2945190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>
                <a:ea typeface="Roboto Medium" panose="02000000000000000000" pitchFamily="2" charset="0"/>
              </a:rPr>
              <a:t>A visualization of the end result:-</a:t>
            </a:r>
            <a:endParaRPr lang="en-US" sz="1400" dirty="0">
              <a:solidFill>
                <a:schemeClr val="tx1"/>
              </a:solidFill>
              <a:latin typeface="+mn-lt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3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E498-2FA3-ABA7-36CB-8EBC9C51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5528-51E7-2569-6FE7-7A8F5FBB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12" y="506718"/>
            <a:ext cx="10515600" cy="445170"/>
          </a:xfrm>
        </p:spPr>
        <p:txBody>
          <a:bodyPr/>
          <a:lstStyle/>
          <a:p>
            <a:r>
              <a:rPr lang="en-US" dirty="0">
                <a:latin typeface="DM Sans"/>
              </a:rPr>
              <a:t>Renault Nissan Quality Checks- RCC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88168-C1EF-5A07-9509-0C9BFF1B0C53}"/>
              </a:ext>
            </a:extLst>
          </p:cNvPr>
          <p:cNvSpPr txBox="1"/>
          <p:nvPr/>
        </p:nvSpPr>
        <p:spPr>
          <a:xfrm>
            <a:off x="425115" y="1065908"/>
            <a:ext cx="11341769" cy="484748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fontAlgn="t">
              <a:buNone/>
            </a:pPr>
            <a:r>
              <a:rPr lang="en-IN" sz="2100" b="1" dirty="0">
                <a:solidFill>
                  <a:srgbClr val="002060"/>
                </a:solidFill>
                <a:latin typeface="+mn-lt"/>
                <a:ea typeface="Roboto Medium" panose="02000000000000000000" pitchFamily="2" charset="0"/>
              </a:rPr>
              <a:t>Project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RCC – Rule Checks &amp; Compliance</a:t>
            </a:r>
          </a:p>
          <a:p>
            <a:pPr fontAlgn="t">
              <a:buNone/>
            </a:pPr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Customer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Renault Nissan (Vehicle Architecture Team) </a:t>
            </a:r>
          </a:p>
          <a:p>
            <a:pPr fontAlgn="t">
              <a:buNone/>
            </a:pPr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Service : </a:t>
            </a: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PLM Rule Creation - Automated Assembly Validation in 3DEXPERIENCE</a:t>
            </a:r>
            <a:endParaRPr lang="en-IN" sz="2100" b="1" dirty="0">
              <a:solidFill>
                <a:schemeClr val="bg2">
                  <a:lumMod val="10000"/>
                </a:schemeClr>
              </a:solidFill>
              <a:ea typeface="Roboto Medium" panose="02000000000000000000" pitchFamily="2" charset="0"/>
            </a:endParaRPr>
          </a:p>
          <a:p>
            <a:r>
              <a:rPr lang="en-IN" sz="2100" b="1" dirty="0">
                <a:solidFill>
                  <a:srgbClr val="002060"/>
                </a:solidFill>
                <a:ea typeface="Roboto Medium" panose="02000000000000000000" pitchFamily="2" charset="0"/>
              </a:rPr>
              <a:t>Service Scope :- </a:t>
            </a:r>
          </a:p>
          <a:p>
            <a:pPr marL="342900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Collect and assemble CAD data received from multiple suppliers. </a:t>
            </a:r>
          </a:p>
          <a:p>
            <a:pPr marL="342900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Validate vehicle assemblies against architecture-defined rules before plant release.</a:t>
            </a:r>
          </a:p>
          <a:p>
            <a:pPr marL="342900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Automate key compliance checks including: </a:t>
            </a:r>
          </a:p>
          <a:p>
            <a:pPr marL="800067" lvl="1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Interference Analysis</a:t>
            </a:r>
          </a:p>
          <a:p>
            <a:pPr marL="800067" lvl="1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Kinematics Validation</a:t>
            </a:r>
          </a:p>
          <a:p>
            <a:pPr marL="800067" lvl="1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Ergonomic Checks using Digital Mannequins accessibility &amp; orientation validation</a:t>
            </a:r>
          </a:p>
          <a:p>
            <a:pPr marL="800067" lvl="1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Assembly Compliance Verification</a:t>
            </a:r>
          </a:p>
          <a:p>
            <a:pPr marL="342900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Provide OK/NOK status for each validation rule. </a:t>
            </a:r>
          </a:p>
          <a:p>
            <a:pPr marL="342900" indent="-342900" fontAlgn="t"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2">
                    <a:lumMod val="10000"/>
                  </a:schemeClr>
                </a:solidFill>
                <a:ea typeface="Roboto Medium" panose="02000000000000000000" pitchFamily="2" charset="0"/>
              </a:rPr>
              <a:t>Support architecture teams in identifying and correcting design issues before manufacturing.</a:t>
            </a:r>
          </a:p>
          <a:p>
            <a:endParaRPr lang="en-IN" sz="2100" b="1" dirty="0">
              <a:solidFill>
                <a:srgbClr val="002060"/>
              </a:solidFill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10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CE7B-D1DC-29D5-7E33-A74C2F49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FDC9-69CA-B983-8C79-A6BD761D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4" y="780079"/>
            <a:ext cx="10515600" cy="445170"/>
          </a:xfrm>
        </p:spPr>
        <p:txBody>
          <a:bodyPr/>
          <a:lstStyle/>
          <a:p>
            <a:r>
              <a:rPr lang="en-US" dirty="0"/>
              <a:t>Renault Nissan Quality Checks - RCC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3CB191-3651-58E2-C0E3-166A2A344567}"/>
              </a:ext>
            </a:extLst>
          </p:cNvPr>
          <p:cNvSpPr/>
          <p:nvPr/>
        </p:nvSpPr>
        <p:spPr>
          <a:xfrm>
            <a:off x="866274" y="2069432"/>
            <a:ext cx="1764632" cy="1203158"/>
          </a:xfrm>
          <a:prstGeom prst="roundRect">
            <a:avLst/>
          </a:prstGeom>
          <a:noFill/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8DA1C-6E3A-8205-F51B-31850344A691}"/>
              </a:ext>
            </a:extLst>
          </p:cNvPr>
          <p:cNvSpPr/>
          <p:nvPr/>
        </p:nvSpPr>
        <p:spPr>
          <a:xfrm>
            <a:off x="449179" y="1327355"/>
            <a:ext cx="11373853" cy="34306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Technologies Used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6BB08C-1A70-3E41-D389-E88B697E0A90}"/>
              </a:ext>
            </a:extLst>
          </p:cNvPr>
          <p:cNvSpPr/>
          <p:nvPr/>
        </p:nvSpPr>
        <p:spPr>
          <a:xfrm>
            <a:off x="1533832" y="1893242"/>
            <a:ext cx="363793" cy="343064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50A11-CF14-A407-C558-E1C94AB7779C}"/>
              </a:ext>
            </a:extLst>
          </p:cNvPr>
          <p:cNvSpPr/>
          <p:nvPr/>
        </p:nvSpPr>
        <p:spPr>
          <a:xfrm>
            <a:off x="1425676" y="1776720"/>
            <a:ext cx="599768" cy="565887"/>
          </a:xfrm>
          <a:prstGeom prst="ellipse">
            <a:avLst/>
          </a:prstGeom>
          <a:noFill/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pic>
        <p:nvPicPr>
          <p:cNvPr id="11" name="Picture 2" descr="What Is 3DEXPERIENCE SOLIDWORKS? - GSC">
            <a:extLst>
              <a:ext uri="{FF2B5EF4-FFF2-40B4-BE49-F238E27FC236}">
                <a16:creationId xmlns:a16="http://schemas.microsoft.com/office/drawing/2014/main" id="{BD01B481-2BAB-C03C-C713-190571474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6" t="12459" r="30387" b="7967"/>
          <a:stretch/>
        </p:blipFill>
        <p:spPr bwMode="auto">
          <a:xfrm>
            <a:off x="1435508" y="2412496"/>
            <a:ext cx="599767" cy="69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C3BB98-BCAA-FB69-028B-E81D70BFAD07}"/>
              </a:ext>
            </a:extLst>
          </p:cNvPr>
          <p:cNvSpPr txBox="1"/>
          <p:nvPr/>
        </p:nvSpPr>
        <p:spPr>
          <a:xfrm>
            <a:off x="2762865" y="2069432"/>
            <a:ext cx="199594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PLM Ruleset creation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VBA 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Quality rule capture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203B93-7A1B-086E-D34C-5376D8AB6E77}"/>
              </a:ext>
            </a:extLst>
          </p:cNvPr>
          <p:cNvSpPr/>
          <p:nvPr/>
        </p:nvSpPr>
        <p:spPr>
          <a:xfrm>
            <a:off x="3264013" y="4042914"/>
            <a:ext cx="1764632" cy="12031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11F46D-B5F7-BDB4-9513-8B6BFD988E3C}"/>
              </a:ext>
            </a:extLst>
          </p:cNvPr>
          <p:cNvSpPr/>
          <p:nvPr/>
        </p:nvSpPr>
        <p:spPr>
          <a:xfrm>
            <a:off x="3931571" y="3866724"/>
            <a:ext cx="363793" cy="34306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3E16A5-6EC8-E4B5-FB95-0AFF7E8F8F62}"/>
              </a:ext>
            </a:extLst>
          </p:cNvPr>
          <p:cNvSpPr/>
          <p:nvPr/>
        </p:nvSpPr>
        <p:spPr>
          <a:xfrm>
            <a:off x="3833247" y="3755312"/>
            <a:ext cx="599768" cy="56588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pic>
        <p:nvPicPr>
          <p:cNvPr id="16" name="Picture 2" descr="What Is 3DEXPERIENCE SOLIDWORKS? - GSC">
            <a:extLst>
              <a:ext uri="{FF2B5EF4-FFF2-40B4-BE49-F238E27FC236}">
                <a16:creationId xmlns:a16="http://schemas.microsoft.com/office/drawing/2014/main" id="{FF1D5177-BCF5-F2CA-90D3-130F42204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6" t="12459" r="30387" b="7967"/>
          <a:stretch/>
        </p:blipFill>
        <p:spPr bwMode="auto">
          <a:xfrm>
            <a:off x="3833247" y="4385978"/>
            <a:ext cx="599767" cy="69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37FBCC-0899-02E9-0000-84CCA0F14315}"/>
              </a:ext>
            </a:extLst>
          </p:cNvPr>
          <p:cNvSpPr txBox="1"/>
          <p:nvPr/>
        </p:nvSpPr>
        <p:spPr>
          <a:xfrm>
            <a:off x="5160604" y="4042914"/>
            <a:ext cx="1995948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ea typeface="Roboto Medium" panose="02000000000000000000" pitchFamily="2" charset="0"/>
              </a:rPr>
              <a:t>Data setup</a:t>
            </a:r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CAD model configuration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Knowledge resources</a:t>
            </a:r>
            <a:endParaRPr lang="en-IN" sz="1400" dirty="0">
              <a:solidFill>
                <a:schemeClr val="tx1"/>
              </a:solidFill>
              <a:latin typeface="+mn-lt"/>
              <a:ea typeface="Roboto Medium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D1F6B4-9D2F-78BF-2A38-4EF787443441}"/>
              </a:ext>
            </a:extLst>
          </p:cNvPr>
          <p:cNvSpPr/>
          <p:nvPr/>
        </p:nvSpPr>
        <p:spPr>
          <a:xfrm>
            <a:off x="6426416" y="2069432"/>
            <a:ext cx="1764632" cy="12031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446C3D-5FB2-E59B-A57F-9B9EAC6114AF}"/>
              </a:ext>
            </a:extLst>
          </p:cNvPr>
          <p:cNvSpPr/>
          <p:nvPr/>
        </p:nvSpPr>
        <p:spPr>
          <a:xfrm>
            <a:off x="7093974" y="1893242"/>
            <a:ext cx="363793" cy="34306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A00062-D9EA-46FC-ABDA-67BFCC1215C1}"/>
              </a:ext>
            </a:extLst>
          </p:cNvPr>
          <p:cNvSpPr/>
          <p:nvPr/>
        </p:nvSpPr>
        <p:spPr>
          <a:xfrm>
            <a:off x="6985818" y="1776720"/>
            <a:ext cx="599768" cy="56588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F1185-530D-3570-A963-B2B32A9B3A2F}"/>
              </a:ext>
            </a:extLst>
          </p:cNvPr>
          <p:cNvSpPr txBox="1"/>
          <p:nvPr/>
        </p:nvSpPr>
        <p:spPr>
          <a:xfrm>
            <a:off x="8323006" y="2069432"/>
            <a:ext cx="2335161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sz="1400" b="1" dirty="0">
                <a:ea typeface="Roboto Medium" panose="02000000000000000000" pitchFamily="2" charset="0"/>
              </a:rPr>
              <a:t>Part Testing</a:t>
            </a:r>
            <a:r>
              <a:rPr lang="en-IN" sz="1400" b="1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 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EKL</a:t>
            </a:r>
          </a:p>
          <a:p>
            <a:pPr algn="l"/>
            <a:r>
              <a:rPr lang="en-IN" sz="1400" dirty="0">
                <a:ea typeface="Roboto Medium" panose="02000000000000000000" pitchFamily="2" charset="0"/>
              </a:rPr>
              <a:t>Visual Scripting 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</a:rPr>
              <a:t>Assembly handling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A33E04CF-8C81-5F9F-A2BB-97406AB20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33134" y="2448908"/>
            <a:ext cx="491264" cy="56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BCFDBF-7D71-F6B1-712B-FC837EBF7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048" y="3272590"/>
            <a:ext cx="3985167" cy="302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8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364D14-6763-02F9-0E34-A31D065BE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"/>
            <a:ext cx="12192000" cy="633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6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369406"/>
      </p:ext>
    </p:extLst>
  </p:cSld>
  <p:clrMapOvr>
    <a:masterClrMapping/>
  </p:clrMapOvr>
</p:sld>
</file>

<file path=ppt/theme/theme1.xml><?xml version="1.0" encoding="utf-8"?>
<a:theme xmlns:a="http://schemas.openxmlformats.org/drawingml/2006/main" name="Safety Pa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rocess flo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ATA - General">
  <a:themeElements>
    <a:clrScheme name="TATA template">
      <a:dk1>
        <a:srgbClr val="000000"/>
      </a:dk1>
      <a:lt1>
        <a:srgbClr val="FFFFFF"/>
      </a:lt1>
      <a:dk2>
        <a:srgbClr val="0000B3"/>
      </a:dk2>
      <a:lt2>
        <a:srgbClr val="12C6B3"/>
      </a:lt2>
      <a:accent1>
        <a:srgbClr val="5FEC70"/>
      </a:accent1>
      <a:accent2>
        <a:srgbClr val="002B37"/>
      </a:accent2>
      <a:accent3>
        <a:srgbClr val="41E3E6"/>
      </a:accent3>
      <a:accent4>
        <a:srgbClr val="370634"/>
      </a:accent4>
      <a:accent5>
        <a:srgbClr val="FF9C00"/>
      </a:accent5>
      <a:accent6>
        <a:srgbClr val="0F1F71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 TATA Automotive">
  <a:themeElements>
    <a:clrScheme name="Custom 22">
      <a:dk1>
        <a:srgbClr val="000000"/>
      </a:dk1>
      <a:lt1>
        <a:srgbClr val="FFFFFF"/>
      </a:lt1>
      <a:dk2>
        <a:srgbClr val="002B37"/>
      </a:dk2>
      <a:lt2>
        <a:srgbClr val="5FEC70"/>
      </a:lt2>
      <a:accent1>
        <a:srgbClr val="12C6B3"/>
      </a:accent1>
      <a:accent2>
        <a:srgbClr val="0000B3"/>
      </a:accent2>
      <a:accent3>
        <a:srgbClr val="41E3E6"/>
      </a:accent3>
      <a:accent4>
        <a:srgbClr val="370634"/>
      </a:accent4>
      <a:accent5>
        <a:srgbClr val="FF9C00"/>
      </a:accent5>
      <a:accent6>
        <a:srgbClr val="0F1F71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ATA Aerospace">
  <a:themeElements>
    <a:clrScheme name="Custom 24">
      <a:dk1>
        <a:srgbClr val="000000"/>
      </a:dk1>
      <a:lt1>
        <a:srgbClr val="FFFFFF"/>
      </a:lt1>
      <a:dk2>
        <a:srgbClr val="370634"/>
      </a:dk2>
      <a:lt2>
        <a:srgbClr val="41E3E6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FF9C00"/>
      </a:accent5>
      <a:accent6>
        <a:srgbClr val="0F1F71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TA Industrial heavy machinery">
  <a:themeElements>
    <a:clrScheme name="Custom 26">
      <a:dk1>
        <a:srgbClr val="000000"/>
      </a:dk1>
      <a:lt1>
        <a:srgbClr val="FFFFFF"/>
      </a:lt1>
      <a:dk2>
        <a:srgbClr val="0F1F71"/>
      </a:dk2>
      <a:lt2>
        <a:srgbClr val="FF9C00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ATA Engineering R&amp;D">
  <a:themeElements>
    <a:clrScheme name="Custom 27">
      <a:dk1>
        <a:srgbClr val="000000"/>
      </a:dk1>
      <a:lt1>
        <a:srgbClr val="FFFFFF"/>
      </a:lt1>
      <a:dk2>
        <a:srgbClr val="001B5B"/>
      </a:dk2>
      <a:lt2>
        <a:srgbClr val="E7550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ATA Digital enterprise systems">
  <a:themeElements>
    <a:clrScheme name="Custom 28">
      <a:dk1>
        <a:srgbClr val="000000"/>
      </a:dk1>
      <a:lt1>
        <a:srgbClr val="FFFFFF"/>
      </a:lt1>
      <a:dk2>
        <a:srgbClr val="001B5B"/>
      </a:dk2>
      <a:lt2>
        <a:srgbClr val="618BFF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ATA Education">
  <a:themeElements>
    <a:clrScheme name="Custom 29">
      <a:dk1>
        <a:srgbClr val="000000"/>
      </a:dk1>
      <a:lt1>
        <a:srgbClr val="FFFFFF"/>
      </a:lt1>
      <a:dk2>
        <a:srgbClr val="001B5B"/>
      </a:dk2>
      <a:lt2>
        <a:srgbClr val="FFEC00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TATA Software Products">
  <a:themeElements>
    <a:clrScheme name="Custom 29">
      <a:dk1>
        <a:srgbClr val="000000"/>
      </a:dk1>
      <a:lt1>
        <a:srgbClr val="FFFFFF"/>
      </a:lt1>
      <a:dk2>
        <a:srgbClr val="001B5B"/>
      </a:dk2>
      <a:lt2>
        <a:srgbClr val="FFEC00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ATA Careers">
  <a:themeElements>
    <a:clrScheme name="Custom 30">
      <a:dk1>
        <a:srgbClr val="000000"/>
      </a:dk1>
      <a:lt1>
        <a:srgbClr val="FFFFFF"/>
      </a:lt1>
      <a:dk2>
        <a:srgbClr val="340FA2"/>
      </a:dk2>
      <a:lt2>
        <a:srgbClr val="FF1F36"/>
      </a:lt2>
      <a:accent1>
        <a:srgbClr val="12C6B3"/>
      </a:accent1>
      <a:accent2>
        <a:srgbClr val="0000B3"/>
      </a:accent2>
      <a:accent3>
        <a:srgbClr val="5FEC70"/>
      </a:accent3>
      <a:accent4>
        <a:srgbClr val="002B37"/>
      </a:accent4>
      <a:accent5>
        <a:srgbClr val="41E3E6"/>
      </a:accent5>
      <a:accent6>
        <a:srgbClr val="370634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ATA template">
    <a:dk1>
      <a:srgbClr val="000000"/>
    </a:dk1>
    <a:lt1>
      <a:srgbClr val="FFFFFF"/>
    </a:lt1>
    <a:dk2>
      <a:srgbClr val="0000B3"/>
    </a:dk2>
    <a:lt2>
      <a:srgbClr val="12C6B3"/>
    </a:lt2>
    <a:accent1>
      <a:srgbClr val="5FEC70"/>
    </a:accent1>
    <a:accent2>
      <a:srgbClr val="002B37"/>
    </a:accent2>
    <a:accent3>
      <a:srgbClr val="41E3E6"/>
    </a:accent3>
    <a:accent4>
      <a:srgbClr val="370634"/>
    </a:accent4>
    <a:accent5>
      <a:srgbClr val="FF9C00"/>
    </a:accent5>
    <a:accent6>
      <a:srgbClr val="0F1F71"/>
    </a:accent6>
    <a:hlink>
      <a:srgbClr val="FFFFFF"/>
    </a:hlink>
    <a:folHlink>
      <a:srgbClr val="12C6B3"/>
    </a:folHlink>
  </a:clrScheme>
</a:themeOverride>
</file>

<file path=ppt/theme/themeOverride2.xml><?xml version="1.0" encoding="utf-8"?>
<a:themeOverride xmlns:a="http://schemas.openxmlformats.org/drawingml/2006/main">
  <a:clrScheme name="Custom 29">
    <a:dk1>
      <a:srgbClr val="000000"/>
    </a:dk1>
    <a:lt1>
      <a:srgbClr val="FFFFFF"/>
    </a:lt1>
    <a:dk2>
      <a:srgbClr val="001B5B"/>
    </a:dk2>
    <a:lt2>
      <a:srgbClr val="FFEC00"/>
    </a:lt2>
    <a:accent1>
      <a:srgbClr val="12C6B3"/>
    </a:accent1>
    <a:accent2>
      <a:srgbClr val="0000B3"/>
    </a:accent2>
    <a:accent3>
      <a:srgbClr val="5FEC70"/>
    </a:accent3>
    <a:accent4>
      <a:srgbClr val="002B37"/>
    </a:accent4>
    <a:accent5>
      <a:srgbClr val="41E3E6"/>
    </a:accent5>
    <a:accent6>
      <a:srgbClr val="370634"/>
    </a:accent6>
    <a:hlink>
      <a:srgbClr val="FFFFFF"/>
    </a:hlink>
    <a:folHlink>
      <a:srgbClr val="12C6B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be2429-9855-414d-9db5-337a73212c9b">
      <Terms xmlns="http://schemas.microsoft.com/office/infopath/2007/PartnerControls"/>
    </lcf76f155ced4ddcb4097134ff3c332f>
    <TaxCatchAll xmlns="7b526af2-222a-4cd7-a681-c1400a4d22d5">
      <Value>174</Value>
      <Value>38</Value>
      <Value>14</Value>
    </TaxCatchAll>
    <m4e3de29408d4e399ff77ce748af76f9 xmlns="4bbe2429-9855-414d-9db5-337a73212c9b">
      <Terms xmlns="http://schemas.microsoft.com/office/infopath/2007/PartnerControls"/>
    </m4e3de29408d4e399ff77ce748af76f9>
    <gaad0c3a4ba44d4e869eb9ceb251f439 xmlns="4bbe2429-9855-414d-9db5-337a73212c9b">
      <Terms xmlns="http://schemas.microsoft.com/office/infopath/2007/PartnerControls"/>
    </gaad0c3a4ba44d4e869eb9ceb251f439>
    <Document_x0020_Type xmlns="4bbe2429-9855-414d-9db5-337a73212c9b">Public knowledge</Document_x0020_Type>
    <g598fa56261244c896fe341216795268 xmlns="4bbe2429-9855-414d-9db5-337a73212c9b">
      <Terms xmlns="http://schemas.microsoft.com/office/infopath/2007/PartnerControls"/>
    </g598fa56261244c896fe341216795268>
    <n7da4aac773e4c918d42b16e529e4dcf xmlns="4bbe2429-9855-414d-9db5-337a73212c9b">
      <Terms xmlns="http://schemas.microsoft.com/office/infopath/2007/PartnerControls">
        <TermInfo xmlns="http://schemas.microsoft.com/office/infopath/2007/PartnerControls">
          <TermName xmlns="http://schemas.microsoft.com/office/infopath/2007/PartnerControls">All</TermName>
          <TermId xmlns="http://schemas.microsoft.com/office/infopath/2007/PartnerControls">4ffb0be0-9032-40be-a5ac-35d9b213aeb2</TermId>
        </TermInfo>
      </Terms>
    </n7da4aac773e4c918d42b16e529e4dcf>
    <f77c74ad527f42db9731a85a862b0539 xmlns="4bbe2429-9855-414d-9db5-337a73212c9b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 Use Only</TermName>
          <TermId xmlns="http://schemas.microsoft.com/office/infopath/2007/PartnerControls">8654fb93-4336-4229-8a9d-070acb0299ef</TermId>
        </TermInfo>
      </Terms>
    </f77c74ad527f42db9731a85a862b0539>
    <ArchiveDocument xmlns="4bbe2429-9855-414d-9db5-337a73212c9b">
      <Url xsi:nil="true"/>
      <Description xsi:nil="true"/>
    </ArchiveDocument>
    <AuthorName xmlns="4bbe2429-9855-414d-9db5-337a73212c9b">
      <UserInfo>
        <DisplayName/>
        <AccountId xsi:nil="true"/>
        <AccountType/>
      </UserInfo>
    </AuthorName>
    <l59556591fae446899518703b5360d18 xmlns="4bbe2429-9855-414d-9db5-337a73212c9b">
      <Terms xmlns="http://schemas.microsoft.com/office/infopath/2007/PartnerControls">
        <TermInfo xmlns="http://schemas.microsoft.com/office/infopath/2007/PartnerControls">
          <TermName xmlns="http://schemas.microsoft.com/office/infopath/2007/PartnerControls">Brand Assets</TermName>
          <TermId xmlns="http://schemas.microsoft.com/office/infopath/2007/PartnerControls">0bb50529-7adb-40f8-b1c6-cef3bd16b9f0</TermId>
        </TermInfo>
      </Terms>
    </l59556591fae446899518703b5360d18>
    <Content_x0020_Approval_x0020_Process xmlns="4bbe2429-9855-414d-9db5-337a73212c9b">
      <Url xsi:nil="true"/>
      <Description xsi:nil="true"/>
    </Content_x0020_Approval_x0020_Process>
    <My_x0020_Alerts_x0020_Notification_x0020_Workflow xmlns="4bbe2429-9855-414d-9db5-337a73212c9b">
      <Url xsi:nil="true"/>
      <Description xsi:nil="true"/>
    </My_x0020_Alerts_x0020_Notification_x0020_Workflow>
    <a74c478457c547f594eab8cc29f909e2 xmlns="4bbe2429-9855-414d-9db5-337a73212c9b">
      <Terms xmlns="http://schemas.microsoft.com/office/infopath/2007/PartnerControls"/>
    </a74c478457c547f594eab8cc29f909e2>
    <Modified_x0020_By_x0020_User xmlns="4bbe2429-9855-414d-9db5-337a73212c9b">
      <UserInfo>
        <DisplayName/>
        <AccountId xsi:nil="true"/>
        <AccountType/>
      </UserInfo>
    </Modified_x0020_By_x0020_User>
    <PublishingExpirationDate xmlns="http://schemas.microsoft.com/sharepoint/v3" xsi:nil="true"/>
    <PublishingStartDate xmlns="http://schemas.microsoft.com/sharepoint/v3" xsi:nil="true"/>
    <Status xmlns="4bbe2429-9855-414d-9db5-337a73212c9b">Approved</Status>
    <_dlc_DocId xmlns="7b526af2-222a-4cd7-a681-c1400a4d22d5">R5NTK43WCHAZ-587642270-4589</_dlc_DocId>
    <_dlc_DocIdUrl xmlns="7b526af2-222a-4cd7-a681-c1400a4d22d5">
      <Url>https://tatatechnologies.sharepoint.com/sites/SC/_layouts/15/DocIdRedir.aspx?ID=R5NTK43WCHAZ-587642270-4589</Url>
      <Description>R5NTK43WCHAZ-587642270-4589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490BE83A50DD4B9989867FEA3F843D" ma:contentTypeVersion="84" ma:contentTypeDescription="Create a new document." ma:contentTypeScope="" ma:versionID="816a6650a021188965f6482d46e50195">
  <xsd:schema xmlns:xsd="http://www.w3.org/2001/XMLSchema" xmlns:xs="http://www.w3.org/2001/XMLSchema" xmlns:p="http://schemas.microsoft.com/office/2006/metadata/properties" xmlns:ns1="http://schemas.microsoft.com/sharepoint/v3" xmlns:ns2="4bbe2429-9855-414d-9db5-337a73212c9b" xmlns:ns3="7b526af2-222a-4cd7-a681-c1400a4d22d5" targetNamespace="http://schemas.microsoft.com/office/2006/metadata/properties" ma:root="true" ma:fieldsID="205161b65fddc9492aecb9d3a270429b" ns1:_="" ns2:_="" ns3:_="">
    <xsd:import namespace="http://schemas.microsoft.com/sharepoint/v3"/>
    <xsd:import namespace="4bbe2429-9855-414d-9db5-337a73212c9b"/>
    <xsd:import namespace="7b526af2-222a-4cd7-a681-c1400a4d22d5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a74c478457c547f594eab8cc29f909e2" minOccurs="0"/>
                <xsd:element ref="ns2:gaad0c3a4ba44d4e869eb9ceb251f439" minOccurs="0"/>
                <xsd:element ref="ns3:SharedWithDetails" minOccurs="0"/>
                <xsd:element ref="ns1:PublishingStartDate" minOccurs="0"/>
                <xsd:element ref="ns1:PublishingExpirationDate" minOccurs="0"/>
                <xsd:element ref="ns2:Document_x0020_Type" minOccurs="0"/>
                <xsd:element ref="ns3:_dlc_DocIdUrl" minOccurs="0"/>
                <xsd:element ref="ns3:_dlc_DocId" minOccurs="0"/>
                <xsd:element ref="ns2:f77c74ad527f42db9731a85a862b0539" minOccurs="0"/>
                <xsd:element ref="ns2:g598fa56261244c896fe341216795268" minOccurs="0"/>
                <xsd:element ref="ns3:TaxCatchAll" minOccurs="0"/>
                <xsd:element ref="ns3:SharedWithUsers" minOccurs="0"/>
                <xsd:element ref="ns2:Modified_x0020_By_x0020_User" minOccurs="0"/>
                <xsd:element ref="ns2:m4e3de29408d4e399ff77ce748af76f9" minOccurs="0"/>
                <xsd:element ref="ns2:n7da4aac773e4c918d42b16e529e4dcf" minOccurs="0"/>
                <xsd:element ref="ns3:_dlc_DocIdPersistId" minOccurs="0"/>
                <xsd:element ref="ns2:l59556591fae446899518703b5360d18" minOccurs="0"/>
                <xsd:element ref="ns2:Content_x0020_Approval_x0020_Process" minOccurs="0"/>
                <xsd:element ref="ns2:My_x0020_Alerts_x0020_Notification_x0020_Workflow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DateTaken" minOccurs="0"/>
                <xsd:element ref="ns2:ArchiveDocument" minOccurs="0"/>
                <xsd:element ref="ns2:AuthorName" minOccurs="0"/>
                <xsd:element ref="ns2:MediaLengthInSeconds" minOccurs="0"/>
                <xsd:element ref="ns2:MediaServiceAutoTags" minOccurs="0"/>
                <xsd:element ref="ns2:MediaServiceOCR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 ma:readOnly="false">
      <xsd:simpleType>
        <xsd:restriction base="dms:Unknown"/>
      </xsd:simpleType>
    </xsd:element>
    <xsd:element name="PublishingExpirationDate" ma:index="1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be2429-9855-414d-9db5-337a73212c9b" elementFormDefault="qualified">
    <xsd:import namespace="http://schemas.microsoft.com/office/2006/documentManagement/types"/>
    <xsd:import namespace="http://schemas.microsoft.com/office/infopath/2007/PartnerControls"/>
    <xsd:element name="Status" ma:index="9" nillable="true" ma:displayName="Status" ma:default="Approved" ma:format="Dropdown" ma:indexed="true" ma:internalName="Status">
      <xsd:simpleType>
        <xsd:restriction base="dms:Choice">
          <xsd:enumeration value="Open"/>
          <xsd:enumeration value="Approved"/>
          <xsd:enumeration value="Rejected"/>
        </xsd:restriction>
      </xsd:simpleType>
    </xsd:element>
    <xsd:element name="a74c478457c547f594eab8cc29f909e2" ma:index="12" nillable="true" ma:taxonomy="true" ma:internalName="a74c478457c547f594eab8cc29f909e2" ma:taxonomyFieldName="Persona" ma:displayName="Persona" ma:readOnly="false" ma:default="" ma:fieldId="{a74c4784-57c5-47f5-94ea-b8cc29f909e2}" ma:taxonomyMulti="true" ma:sspId="111f8b2a-cd79-47dd-889c-3fa2f1862339" ma:termSetId="06813baf-b64f-46d6-9d4d-d3fdcd5e245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aad0c3a4ba44d4e869eb9ceb251f439" ma:index="15" nillable="true" ma:taxonomy="true" ma:internalName="gaad0c3a4ba44d4e869eb9ceb251f439" ma:taxonomyFieldName="Theme" ma:displayName="Theme" ma:readOnly="false" ma:default="" ma:fieldId="{0aad0c3a-4ba4-4d4e-869e-b9ceb251f439}" ma:taxonomyMulti="true" ma:sspId="111f8b2a-cd79-47dd-889c-3fa2f1862339" ma:termSetId="ab1acf2d-773b-4bd2-9a4f-a79400a69a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ocument_x0020_Type" ma:index="20" nillable="true" ma:displayName="Document Type" ma:default="Confidential" ma:format="Dropdown" ma:indexed="true" ma:internalName="Document_x0020_Type">
      <xsd:simpleType>
        <xsd:restriction base="dms:Choice">
          <xsd:enumeration value="Confidential"/>
          <xsd:enumeration value="Public knowledge"/>
        </xsd:restriction>
      </xsd:simpleType>
    </xsd:element>
    <xsd:element name="f77c74ad527f42db9731a85a862b0539" ma:index="23" ma:taxonomy="true" ma:internalName="f77c74ad527f42db9731a85a862b0539" ma:taxonomyFieldName="Audience" ma:displayName="Audience" ma:indexed="true" ma:default="38;#Internal Use Only|8654fb93-4336-4229-8a9d-070acb0299ef" ma:fieldId="{f77c74ad-527f-42db-9731-a85a862b0539}" ma:sspId="111f8b2a-cd79-47dd-889c-3fa2f1862339" ma:termSetId="795d9b81-25bb-43fd-a6f2-4437c70126d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598fa56261244c896fe341216795268" ma:index="24" nillable="true" ma:taxonomy="true" ma:internalName="g598fa56261244c896fe341216795268" ma:taxonomyFieldName="Line_x0020_of_x0020_Service" ma:displayName="Line of Business (LoB)" ma:default="" ma:fieldId="{0598fa56-2612-44c8-96fe-341216795268}" ma:taxonomyMulti="true" ma:sspId="111f8b2a-cd79-47dd-889c-3fa2f1862339" ma:termSetId="90fc6efd-e975-434d-82e5-8c2613abe7a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odified_x0020_By_x0020_User" ma:index="28" nillable="true" ma:displayName="Modified By User" ma:hidden="true" ma:list="UserInfo" ma:SharePointGroup="0" ma:internalName="Modified_x0020_By_x0020_Us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4e3de29408d4e399ff77ce748af76f9" ma:index="29" nillable="true" ma:taxonomy="true" ma:internalName="m4e3de29408d4e399ff77ce748af76f9" ma:taxonomyFieldName="Industry" ma:displayName="Industry" ma:default="" ma:fieldId="{64e3de29-408d-4e39-9ff7-7ce748af76f9}" ma:taxonomyMulti="true" ma:sspId="111f8b2a-cd79-47dd-889c-3fa2f1862339" ma:termSetId="66d0b935-1d12-4e56-8b09-aac59f85bd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7da4aac773e4c918d42b16e529e4dcf" ma:index="31" ma:taxonomy="true" ma:internalName="n7da4aac773e4c918d42b16e529e4dcf" ma:taxonomyFieldName="Geography" ma:displayName="Geography" ma:default="" ma:fieldId="{77da4aac-773e-4c91-8d42-b16e529e4dcf}" ma:taxonomyMulti="true" ma:sspId="111f8b2a-cd79-47dd-889c-3fa2f1862339" ma:termSetId="e51aced7-214c-433e-b72b-920683e4ff1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59556591fae446899518703b5360d18" ma:index="33" ma:taxonomy="true" ma:internalName="l59556591fae446899518703b5360d18" ma:taxonomyFieldName="Resource_x0020_Type" ma:displayName="Resource Type" ma:default="" ma:fieldId="{55955659-1fae-4468-9951-8703b5360d18}" ma:taxonomyMulti="true" ma:sspId="111f8b2a-cd79-47dd-889c-3fa2f1862339" ma:termSetId="9b3eccb5-b372-4067-93c4-e7bca9bc69d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ontent_x0020_Approval_x0020_Process" ma:index="34" nillable="true" ma:displayName="Content Approval Process" ma:internalName="Content_x0020_Approval_x0020_Proces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y_x0020_Alerts_x0020_Notification_x0020_Workflow" ma:index="35" nillable="true" ma:displayName="My Alerts Notification Workflow" ma:internalName="My_x0020_Alerts_x0020_Notification_x0020_Workflow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3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3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4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4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42" nillable="true" ma:displayName="MediaServiceDateTaken" ma:hidden="true" ma:internalName="MediaServiceDateTaken" ma:readOnly="true">
      <xsd:simpleType>
        <xsd:restriction base="dms:Text"/>
      </xsd:simpleType>
    </xsd:element>
    <xsd:element name="ArchiveDocument" ma:index="43" nillable="true" ma:displayName="ArchiveDocument" ma:internalName="ArchiveDocument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uthorName" ma:index="44" nillable="true" ma:displayName="AuthorName" ma:list="UserInfo" ma:SharePointGroup="0" ma:internalName="AuthorNam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45" nillable="true" ma:displayName="Length (seconds)" ma:internalName="MediaLengthInSeconds" ma:readOnly="true">
      <xsd:simpleType>
        <xsd:restriction base="dms:Unknown"/>
      </xsd:simpleType>
    </xsd:element>
    <xsd:element name="MediaServiceAutoTags" ma:index="46" nillable="true" ma:displayName="Tags" ma:internalName="MediaServiceAutoTags" ma:readOnly="true">
      <xsd:simpleType>
        <xsd:restriction base="dms:Text"/>
      </xsd:simpleType>
    </xsd:element>
    <xsd:element name="MediaServiceOCR" ma:index="4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49" nillable="true" ma:taxonomy="true" ma:internalName="lcf76f155ced4ddcb4097134ff3c332f" ma:taxonomyFieldName="MediaServiceImageTags" ma:displayName="Image Tags" ma:readOnly="false" ma:fieldId="{5cf76f15-5ced-4ddc-b409-7134ff3c332f}" ma:taxonomyMulti="true" ma:sspId="111f8b2a-cd79-47dd-889c-3fa2f1862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5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5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526af2-222a-4cd7-a681-c1400a4d22d5" elementFormDefault="qualified">
    <xsd:import namespace="http://schemas.microsoft.com/office/2006/documentManagement/types"/>
    <xsd:import namespace="http://schemas.microsoft.com/office/infopath/2007/PartnerControls"/>
    <xsd:element name="SharedWithDetails" ma:index="1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TaxCatchAll" ma:index="25" nillable="true" ma:displayName="Taxonomy Catch All Column" ma:description="" ma:hidden="true" ma:list="{53d4376b-9da1-4ead-a9bf-475d64e3f793}" ma:internalName="TaxCatchAll" ma:showField="CatchAllData" ma:web="7b526af2-222a-4cd7-a681-c1400a4d2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dlc_DocIdPersistId" ma:index="3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LastSharedByUser" ma:index="36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37" nillable="true" ma:displayName="Last Shared By Time" ma:description="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30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itus xmlns="http://schemas.titus.com/TitusProperties/">
  <TitusGUID xmlns="">b1847731-e012-4325-a315-1f45cdd803d0</TitusGUID>
  <TitusMetadata xmlns="">eyJucyI6Imh0dHA6XC9cL3d3dy50aXR1cy5jb21cL25zXC9UVExUSVRVUyIsInByb3BzIjpbeyJuIjoiQ2xhc3NpZmljYXRpb24iLCJ2YWxzIjpbeyJ2YWx1ZSI6IkludGVybmFsIn1dfV19</TitusMetadata>
</titu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276904F-93CF-4C00-A1FE-A6E00858F4F9}">
  <ds:schemaRefs>
    <ds:schemaRef ds:uri="4a4aa6c1-d3b2-4312-891b-2efd4de33a50"/>
    <ds:schemaRef ds:uri="4bbe2429-9855-414d-9db5-337a73212c9b"/>
    <ds:schemaRef ds:uri="7b526af2-222a-4cd7-a681-c1400a4d22d5"/>
    <ds:schemaRef ds:uri="c08b52b8-6734-4f20-a0d4-0ee1265493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1E11854-A6C5-4500-B4D7-D786AF791729}">
  <ds:schemaRefs>
    <ds:schemaRef ds:uri="4bbe2429-9855-414d-9db5-337a73212c9b"/>
    <ds:schemaRef ds:uri="7b526af2-222a-4cd7-a681-c1400a4d22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226559-0416-445D-A089-00AF682052E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FE94C73-ECBC-418F-AF97-2C2912CBA8E7}">
  <ds:schemaRefs>
    <ds:schemaRef ds:uri=""/>
    <ds:schemaRef ds:uri="http://schemas.titus.com/TitusProperties/"/>
  </ds:schemaRefs>
</ds:datastoreItem>
</file>

<file path=customXml/itemProps5.xml><?xml version="1.0" encoding="utf-8"?>
<ds:datastoreItem xmlns:ds="http://schemas.openxmlformats.org/officeDocument/2006/customXml" ds:itemID="{083BC7B1-130D-40BA-B2AC-88C1F442449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289</Words>
  <Application>Microsoft Office PowerPoint</Application>
  <PresentationFormat>Widescreen</PresentationFormat>
  <Paragraphs>64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Safety Pause</vt:lpstr>
      <vt:lpstr>Contents</vt:lpstr>
      <vt:lpstr>Process flow</vt:lpstr>
      <vt:lpstr>TATA - General</vt:lpstr>
      <vt:lpstr> TATA Automotive</vt:lpstr>
      <vt:lpstr>TATA Aerospace</vt:lpstr>
      <vt:lpstr>TATA Industrial heavy machinery</vt:lpstr>
      <vt:lpstr>TATA Engineering R&amp;D</vt:lpstr>
      <vt:lpstr>TATA Digital enterprise systems</vt:lpstr>
      <vt:lpstr>TATA Education</vt:lpstr>
      <vt:lpstr>1_TATA Software Products</vt:lpstr>
      <vt:lpstr>TATA Careers</vt:lpstr>
      <vt:lpstr>Discussion on QCC Project for JLR Sweden</vt:lpstr>
      <vt:lpstr>Quality Checker for LUCID Motors</vt:lpstr>
      <vt:lpstr>Quality Checker for LUCID Motors</vt:lpstr>
      <vt:lpstr>Renault Nissan Quality Checks- RCC</vt:lpstr>
      <vt:lpstr>Renault Nissan Quality Checks - RCC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PPT Template_2026_HUMANBRAND</dc:title>
  <dc:creator>JIRINA KUBESOVA</dc:creator>
  <cp:lastModifiedBy>RAMANATHAN Sudharsan (renexter)</cp:lastModifiedBy>
  <cp:revision>15</cp:revision>
  <dcterms:created xsi:type="dcterms:W3CDTF">2022-08-22T07:25:32Z</dcterms:created>
  <dcterms:modified xsi:type="dcterms:W3CDTF">2026-07-21T11:49:11Z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roup">
    <vt:lpwstr>CN=ITHNJ_APAC,OU=Security Groups,OU=APAC,OU=All Groups,DC=tatatechnologies,DC=com;CN=AzureAD_LinkedIn Learning,OU=Security Groups,OU=APAC,OU=All Groups,DC=tatatechnologies,DC=com;CN=SCCM_ReadOnly,OU=Filer_Groups,DC=tatatechnologies,DC=com;CN=IT_CyberSecurity,OU=Security Groups,OU=APAC,OU=All Groups,DC=tatatechnologies,DC=com;CN=AzureAD_SSPR_Prod,OU=Security Groups,OU=APAC,OU=All Groups,DC=tatatechnologies,DC=com;CN=AzureAD_CA_Limited_Access,OU=Security Groups,OU=APAC,OU=All Groups,DC=tatatechnologies,DC=com;CN=GP_Exclusion_China,OU=APAC Groups,OU=APAC,OU=PERMANENT,DC=tatatechnologies,DC=com;CN=AzureAD_MAM_Production,OU=Security Groups,OU=APAC,OU=All Groups,DC=tatatechnologies,DC=com;CN=Permanent,OU=Security Groups,OU=NA,OU=All Groups,DC=tatatechnologies,DC=com</vt:lpwstr>
  </property>
  <property fmtid="{D5CDD505-2E9C-101B-9397-08002B2CF9AE}" pid="3" name="OriginalClassifier">
    <vt:lpwstr>vbb918218</vt:lpwstr>
  </property>
  <property fmtid="{D5CDD505-2E9C-101B-9397-08002B2CF9AE}" pid="4" name="Classification">
    <vt:lpwstr>TTL-Classification-Internal</vt:lpwstr>
  </property>
  <property fmtid="{D5CDD505-2E9C-101B-9397-08002B2CF9AE}" pid="5" name="Distribution">
    <vt:lpwstr>Internal</vt:lpwstr>
  </property>
  <property fmtid="{D5CDD505-2E9C-101B-9397-08002B2CF9AE}" pid="6" name="TitusGUID">
    <vt:lpwstr>ed334880-f780-4e5d-9a6c-80b21c3247fa</vt:lpwstr>
  </property>
  <property fmtid="{D5CDD505-2E9C-101B-9397-08002B2CF9AE}" pid="7" name="ContentTypeId">
    <vt:lpwstr>0x0101003C490BE83A50DD4B9989867FEA3F843D</vt:lpwstr>
  </property>
  <property fmtid="{D5CDD505-2E9C-101B-9397-08002B2CF9AE}" pid="8" name="Audience">
    <vt:lpwstr>38;#Internal Use Only|8654fb93-4336-4229-8a9d-070acb0299ef</vt:lpwstr>
  </property>
  <property fmtid="{D5CDD505-2E9C-101B-9397-08002B2CF9AE}" pid="9" name="_dlc_DocIdItemGuid">
    <vt:lpwstr>1285221b-1677-4f74-858e-f09cf51892cb</vt:lpwstr>
  </property>
  <property fmtid="{D5CDD505-2E9C-101B-9397-08002B2CF9AE}" pid="10" name="Geography">
    <vt:lpwstr>14;#All|4ffb0be0-9032-40be-a5ac-35d9b213aeb2</vt:lpwstr>
  </property>
  <property fmtid="{D5CDD505-2E9C-101B-9397-08002B2CF9AE}" pid="11" name="MediaServiceImageTags">
    <vt:lpwstr/>
  </property>
  <property fmtid="{D5CDD505-2E9C-101B-9397-08002B2CF9AE}" pid="12" name="Line of Service">
    <vt:lpwstr/>
  </property>
  <property fmtid="{D5CDD505-2E9C-101B-9397-08002B2CF9AE}" pid="13" name="Theme">
    <vt:lpwstr/>
  </property>
  <property fmtid="{D5CDD505-2E9C-101B-9397-08002B2CF9AE}" pid="14" name="Resource_x0020_Type">
    <vt:lpwstr>174;#Brand Assets|0bb50529-7adb-40f8-b1c6-cef3bd16b9f0</vt:lpwstr>
  </property>
  <property fmtid="{D5CDD505-2E9C-101B-9397-08002B2CF9AE}" pid="15" name="Persona">
    <vt:lpwstr/>
  </property>
  <property fmtid="{D5CDD505-2E9C-101B-9397-08002B2CF9AE}" pid="16" name="Industry">
    <vt:lpwstr/>
  </property>
  <property fmtid="{D5CDD505-2E9C-101B-9397-08002B2CF9AE}" pid="17" name="Line_x0020_of_x0020_Service">
    <vt:lpwstr/>
  </property>
  <property fmtid="{D5CDD505-2E9C-101B-9397-08002B2CF9AE}" pid="18" name="Resource Type">
    <vt:lpwstr>174;#Brand Assets|0bb50529-7adb-40f8-b1c6-cef3bd16b9f0</vt:lpwstr>
  </property>
  <property fmtid="{D5CDD505-2E9C-101B-9397-08002B2CF9AE}" pid="19" name="geodilabelclass">
    <vt:lpwstr>id_classification_TTL-Classification-Internal=d36d9a67-b760-4689-ad88-96381e595636</vt:lpwstr>
  </property>
  <property fmtid="{D5CDD505-2E9C-101B-9397-08002B2CF9AE}" pid="20" name="ClassificationContentMarkingFooterLocations">
    <vt:lpwstr>Safety Pause:10\Contents:9\Process flow:8\TATA - General:5\ TATA Automotive:4\TATA Aerospace:4\TATA Industrial heavy machinery:4\TATA Engineering R&amp;D:4\TATA Digital enterprise systems:4\TATA Education:4\1_TATA Software Products:4\TATA Careers:4</vt:lpwstr>
  </property>
  <property fmtid="{D5CDD505-2E9C-101B-9397-08002B2CF9AE}" pid="21" name="ClassificationContentMarkingFooterText">
    <vt:lpwstr>Confidential C</vt:lpwstr>
  </property>
</Properties>
</file>